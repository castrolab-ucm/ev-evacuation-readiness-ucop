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1" r:id="rId6"/>
    <p:sldId id="264" r:id="rId7"/>
    <p:sldId id="265" r:id="rId8"/>
    <p:sldId id="266" r:id="rId9"/>
    <p:sldId id="262" r:id="rId10"/>
    <p:sldId id="267" r:id="rId11"/>
    <p:sldId id="268" r:id="rId12"/>
    <p:sldId id="269" r:id="rId13"/>
    <p:sldId id="270" r:id="rId14"/>
    <p:sldId id="263" r:id="rId15"/>
    <p:sldId id="272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630"/>
    <a:srgbClr val="14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34538-2542-4A87-814D-FF4EEFF8D846}" v="1074" dt="2024-04-26T06:17:42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8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man saleem" userId="7b4c82e6e5d0bffd" providerId="LiveId" clId="{C9134538-2542-4A87-814D-FF4EEFF8D846}"/>
    <pc:docChg chg="undo custSel addSld delSld modSld sldOrd">
      <pc:chgData name="osman saleem" userId="7b4c82e6e5d0bffd" providerId="LiveId" clId="{C9134538-2542-4A87-814D-FF4EEFF8D846}" dt="2024-04-26T06:17:42.722" v="3246" actId="20577"/>
      <pc:docMkLst>
        <pc:docMk/>
      </pc:docMkLst>
      <pc:sldChg chg="addSp modSp mod ord">
        <pc:chgData name="osman saleem" userId="7b4c82e6e5d0bffd" providerId="LiveId" clId="{C9134538-2542-4A87-814D-FF4EEFF8D846}" dt="2024-04-25T09:33:32.984" v="2560"/>
        <pc:sldMkLst>
          <pc:docMk/>
          <pc:sldMk cId="1544087727" sldId="256"/>
        </pc:sldMkLst>
        <pc:spChg chg="mod">
          <ac:chgData name="osman saleem" userId="7b4c82e6e5d0bffd" providerId="LiveId" clId="{C9134538-2542-4A87-814D-FF4EEFF8D846}" dt="2024-04-25T07:04:24.778" v="848" actId="1076"/>
          <ac:spMkLst>
            <pc:docMk/>
            <pc:sldMk cId="1544087727" sldId="256"/>
            <ac:spMk id="3" creationId="{F98EA691-C850-9718-6047-895D5136B286}"/>
          </ac:spMkLst>
        </pc:spChg>
        <pc:spChg chg="add mod">
          <ac:chgData name="osman saleem" userId="7b4c82e6e5d0bffd" providerId="LiveId" clId="{C9134538-2542-4A87-814D-FF4EEFF8D846}" dt="2024-04-25T06:59:11.458" v="820"/>
          <ac:spMkLst>
            <pc:docMk/>
            <pc:sldMk cId="1544087727" sldId="256"/>
            <ac:spMk id="4" creationId="{F1DEB57D-7E00-40E4-31B8-3BBFB77B8958}"/>
          </ac:spMkLst>
        </pc:spChg>
        <pc:spChg chg="mod">
          <ac:chgData name="osman saleem" userId="7b4c82e6e5d0bffd" providerId="LiveId" clId="{C9134538-2542-4A87-814D-FF4EEFF8D846}" dt="2024-04-25T05:50:38.442" v="63" actId="20577"/>
          <ac:spMkLst>
            <pc:docMk/>
            <pc:sldMk cId="1544087727" sldId="256"/>
            <ac:spMk id="5" creationId="{8969AC20-EDA7-EE64-C422-94B255440B36}"/>
          </ac:spMkLst>
        </pc:spChg>
        <pc:spChg chg="add mod">
          <ac:chgData name="osman saleem" userId="7b4c82e6e5d0bffd" providerId="LiveId" clId="{C9134538-2542-4A87-814D-FF4EEFF8D846}" dt="2024-04-25T06:59:23.656" v="822"/>
          <ac:spMkLst>
            <pc:docMk/>
            <pc:sldMk cId="1544087727" sldId="256"/>
            <ac:spMk id="7" creationId="{C53F8F05-399B-2B0D-A917-C9BD210699C4}"/>
          </ac:spMkLst>
        </pc:spChg>
      </pc:sldChg>
      <pc:sldChg chg="addSp delSp modSp mod modAnim">
        <pc:chgData name="osman saleem" userId="7b4c82e6e5d0bffd" providerId="LiveId" clId="{C9134538-2542-4A87-814D-FF4EEFF8D846}" dt="2024-04-26T05:57:22.055" v="2755"/>
        <pc:sldMkLst>
          <pc:docMk/>
          <pc:sldMk cId="4266625991" sldId="261"/>
        </pc:sldMkLst>
        <pc:spChg chg="mod">
          <ac:chgData name="osman saleem" userId="7b4c82e6e5d0bffd" providerId="LiveId" clId="{C9134538-2542-4A87-814D-FF4EEFF8D846}" dt="2024-04-25T06:31:36.716" v="559" actId="1035"/>
          <ac:spMkLst>
            <pc:docMk/>
            <pc:sldMk cId="4266625991" sldId="261"/>
            <ac:spMk id="2" creationId="{CF33CFED-F3AF-554C-D99A-7769C883B099}"/>
          </ac:spMkLst>
        </pc:spChg>
        <pc:spChg chg="mod">
          <ac:chgData name="osman saleem" userId="7b4c82e6e5d0bffd" providerId="LiveId" clId="{C9134538-2542-4A87-814D-FF4EEFF8D846}" dt="2024-04-25T05:52:30.006" v="83" actId="20577"/>
          <ac:spMkLst>
            <pc:docMk/>
            <pc:sldMk cId="4266625991" sldId="261"/>
            <ac:spMk id="3" creationId="{5C9BBA44-FC35-F33C-B222-3068C1821A78}"/>
          </ac:spMkLst>
        </pc:spChg>
        <pc:spChg chg="mod">
          <ac:chgData name="osman saleem" userId="7b4c82e6e5d0bffd" providerId="LiveId" clId="{C9134538-2542-4A87-814D-FF4EEFF8D846}" dt="2024-04-25T07:10:50.280" v="932" actId="20577"/>
          <ac:spMkLst>
            <pc:docMk/>
            <pc:sldMk cId="4266625991" sldId="261"/>
            <ac:spMk id="4" creationId="{32E0371A-A880-3C8E-B2E3-96293347A251}"/>
          </ac:spMkLst>
        </pc:spChg>
        <pc:spChg chg="add mod">
          <ac:chgData name="osman saleem" userId="7b4c82e6e5d0bffd" providerId="LiveId" clId="{C9134538-2542-4A87-814D-FF4EEFF8D846}" dt="2024-04-25T06:31:44.155" v="586" actId="1036"/>
          <ac:spMkLst>
            <pc:docMk/>
            <pc:sldMk cId="4266625991" sldId="261"/>
            <ac:spMk id="9" creationId="{A667F520-3306-44EA-2303-E341E58741C1}"/>
          </ac:spMkLst>
        </pc:spChg>
        <pc:spChg chg="add mod">
          <ac:chgData name="osman saleem" userId="7b4c82e6e5d0bffd" providerId="LiveId" clId="{C9134538-2542-4A87-814D-FF4EEFF8D846}" dt="2024-04-25T06:31:44.155" v="586" actId="1036"/>
          <ac:spMkLst>
            <pc:docMk/>
            <pc:sldMk cId="4266625991" sldId="261"/>
            <ac:spMk id="10" creationId="{DCF9C363-6DB0-0948-AFAE-5DCE0F66045B}"/>
          </ac:spMkLst>
        </pc:spChg>
        <pc:spChg chg="add mod">
          <ac:chgData name="osman saleem" userId="7b4c82e6e5d0bffd" providerId="LiveId" clId="{C9134538-2542-4A87-814D-FF4EEFF8D846}" dt="2024-04-25T06:31:44.155" v="586" actId="1036"/>
          <ac:spMkLst>
            <pc:docMk/>
            <pc:sldMk cId="4266625991" sldId="261"/>
            <ac:spMk id="17" creationId="{B5AF0872-9868-66D6-AAE7-60446DA00186}"/>
          </ac:spMkLst>
        </pc:spChg>
        <pc:spChg chg="add mod">
          <ac:chgData name="osman saleem" userId="7b4c82e6e5d0bffd" providerId="LiveId" clId="{C9134538-2542-4A87-814D-FF4EEFF8D846}" dt="2024-04-25T06:31:44.155" v="586" actId="1036"/>
          <ac:spMkLst>
            <pc:docMk/>
            <pc:sldMk cId="4266625991" sldId="261"/>
            <ac:spMk id="18" creationId="{571FF378-B381-657E-C620-2771C1703413}"/>
          </ac:spMkLst>
        </pc:spChg>
        <pc:spChg chg="add mod">
          <ac:chgData name="osman saleem" userId="7b4c82e6e5d0bffd" providerId="LiveId" clId="{C9134538-2542-4A87-814D-FF4EEFF8D846}" dt="2024-04-25T06:03:19.292" v="374"/>
          <ac:spMkLst>
            <pc:docMk/>
            <pc:sldMk cId="4266625991" sldId="261"/>
            <ac:spMk id="21" creationId="{356A8308-B62B-BA2E-E732-2862D6ECDF3F}"/>
          </ac:spMkLst>
        </pc:spChg>
        <pc:picChg chg="add mod ord">
          <ac:chgData name="osman saleem" userId="7b4c82e6e5d0bffd" providerId="LiveId" clId="{C9134538-2542-4A87-814D-FF4EEFF8D846}" dt="2024-04-25T06:31:44.155" v="586" actId="1036"/>
          <ac:picMkLst>
            <pc:docMk/>
            <pc:sldMk cId="4266625991" sldId="261"/>
            <ac:picMk id="6" creationId="{3F5E8E81-2FAF-76FF-33CB-ADE4EDFA57BA}"/>
          </ac:picMkLst>
        </pc:picChg>
        <pc:picChg chg="add mod ord">
          <ac:chgData name="osman saleem" userId="7b4c82e6e5d0bffd" providerId="LiveId" clId="{C9134538-2542-4A87-814D-FF4EEFF8D846}" dt="2024-04-25T06:31:44.155" v="586" actId="1036"/>
          <ac:picMkLst>
            <pc:docMk/>
            <pc:sldMk cId="4266625991" sldId="261"/>
            <ac:picMk id="8" creationId="{95D846B9-59FC-0CC5-8227-0DBD492D7355}"/>
          </ac:picMkLst>
        </pc:picChg>
        <pc:picChg chg="add mod">
          <ac:chgData name="osman saleem" userId="7b4c82e6e5d0bffd" providerId="LiveId" clId="{C9134538-2542-4A87-814D-FF4EEFF8D846}" dt="2024-04-25T06:31:44.155" v="586" actId="1036"/>
          <ac:picMkLst>
            <pc:docMk/>
            <pc:sldMk cId="4266625991" sldId="261"/>
            <ac:picMk id="12" creationId="{9CA5C3F7-2F86-D2B9-D176-4FA6894834AD}"/>
          </ac:picMkLst>
        </pc:picChg>
        <pc:picChg chg="add mod">
          <ac:chgData name="osman saleem" userId="7b4c82e6e5d0bffd" providerId="LiveId" clId="{C9134538-2542-4A87-814D-FF4EEFF8D846}" dt="2024-04-25T06:31:44.155" v="586" actId="1036"/>
          <ac:picMkLst>
            <pc:docMk/>
            <pc:sldMk cId="4266625991" sldId="261"/>
            <ac:picMk id="14" creationId="{364CB0F8-2C6F-A54D-D47E-D08EA6AE4225}"/>
          </ac:picMkLst>
        </pc:picChg>
        <pc:picChg chg="add mod">
          <ac:chgData name="osman saleem" userId="7b4c82e6e5d0bffd" providerId="LiveId" clId="{C9134538-2542-4A87-814D-FF4EEFF8D846}" dt="2024-04-25T06:31:44.155" v="586" actId="1036"/>
          <ac:picMkLst>
            <pc:docMk/>
            <pc:sldMk cId="4266625991" sldId="261"/>
            <ac:picMk id="15" creationId="{9D682BA4-8E3B-026F-8F7F-532E69AC4B7E}"/>
          </ac:picMkLst>
        </pc:picChg>
        <pc:picChg chg="add del mod">
          <ac:chgData name="osman saleem" userId="7b4c82e6e5d0bffd" providerId="LiveId" clId="{C9134538-2542-4A87-814D-FF4EEFF8D846}" dt="2024-04-25T06:02:42.067" v="371" actId="478"/>
          <ac:picMkLst>
            <pc:docMk/>
            <pc:sldMk cId="4266625991" sldId="261"/>
            <ac:picMk id="16" creationId="{3E7047AE-0F95-2451-840C-ACC34E71B19A}"/>
          </ac:picMkLst>
        </pc:picChg>
        <pc:picChg chg="add mod">
          <ac:chgData name="osman saleem" userId="7b4c82e6e5d0bffd" providerId="LiveId" clId="{C9134538-2542-4A87-814D-FF4EEFF8D846}" dt="2024-04-25T09:40:09.646" v="2591" actId="1038"/>
          <ac:picMkLst>
            <pc:docMk/>
            <pc:sldMk cId="4266625991" sldId="261"/>
            <ac:picMk id="20" creationId="{4588D7FA-542A-12FD-F05D-46910C2B1CDF}"/>
          </ac:picMkLst>
        </pc:picChg>
      </pc:sldChg>
      <pc:sldChg chg="addSp delSp modSp mod modAnim">
        <pc:chgData name="osman saleem" userId="7b4c82e6e5d0bffd" providerId="LiveId" clId="{C9134538-2542-4A87-814D-FF4EEFF8D846}" dt="2024-04-25T07:43:47.929" v="1315" actId="14100"/>
        <pc:sldMkLst>
          <pc:docMk/>
          <pc:sldMk cId="624645549" sldId="262"/>
        </pc:sldMkLst>
        <pc:spChg chg="mod">
          <ac:chgData name="osman saleem" userId="7b4c82e6e5d0bffd" providerId="LiveId" clId="{C9134538-2542-4A87-814D-FF4EEFF8D846}" dt="2024-04-25T07:34:58.751" v="1039" actId="1076"/>
          <ac:spMkLst>
            <pc:docMk/>
            <pc:sldMk cId="624645549" sldId="262"/>
            <ac:spMk id="3" creationId="{50A0CE17-85F0-927F-2B2F-E071C4226ECD}"/>
          </ac:spMkLst>
        </pc:spChg>
        <pc:spChg chg="del">
          <ac:chgData name="osman saleem" userId="7b4c82e6e5d0bffd" providerId="LiveId" clId="{C9134538-2542-4A87-814D-FF4EEFF8D846}" dt="2024-04-25T07:15:32.109" v="989" actId="478"/>
          <ac:spMkLst>
            <pc:docMk/>
            <pc:sldMk cId="624645549" sldId="262"/>
            <ac:spMk id="4" creationId="{A0AA96F7-D7E9-D375-0A22-80D8BA307163}"/>
          </ac:spMkLst>
        </pc:spChg>
        <pc:spChg chg="add del mod">
          <ac:chgData name="osman saleem" userId="7b4c82e6e5d0bffd" providerId="LiveId" clId="{C9134538-2542-4A87-814D-FF4EEFF8D846}" dt="2024-04-25T07:15:35.249" v="990" actId="478"/>
          <ac:spMkLst>
            <pc:docMk/>
            <pc:sldMk cId="624645549" sldId="262"/>
            <ac:spMk id="6" creationId="{71A63699-72A3-B6F8-6629-1209810BB670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7" creationId="{7AC7D3A2-DDEE-07F9-C67F-77508673B0C2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8" creationId="{5B049753-6C73-ABC6-B728-32A6F24AC1AF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9" creationId="{E07D1E67-C61F-ACED-EA04-8AC6BABBF2F0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0" creationId="{0E473AC0-601C-ED8B-1A8A-2A611063BBFD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1" creationId="{E54E7FE0-445A-6B22-E4D5-0FE94EB6821B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2" creationId="{7AD83A28-B617-30C1-43E3-3902F9DB01F9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3" creationId="{8E1F7770-7E7A-BA5A-E8D2-F55519238DF0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4" creationId="{F26CAADB-4292-138D-B8F4-8C7C2D8AF8E7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5" creationId="{1D8C56C0-125F-4900-5D62-9430BA1A8DCF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6" creationId="{E2185FB0-F5FF-AF64-4C26-022890EBCDEE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7" creationId="{B861E337-9B1F-1685-618D-DF4A88AF7B60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8" creationId="{594C6E1A-FE5C-7F11-3600-1907EC6EC9DF}"/>
          </ac:spMkLst>
        </pc:spChg>
        <pc:spChg chg="add mod">
          <ac:chgData name="osman saleem" userId="7b4c82e6e5d0bffd" providerId="LiveId" clId="{C9134538-2542-4A87-814D-FF4EEFF8D846}" dt="2024-04-25T07:15:36.616" v="991"/>
          <ac:spMkLst>
            <pc:docMk/>
            <pc:sldMk cId="624645549" sldId="262"/>
            <ac:spMk id="19" creationId="{21728843-5278-8CDB-8349-4FE5860ABE79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33" creationId="{28B8F295-E4AD-0A91-7879-4820170D1927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34" creationId="{6C667A92-3512-61E9-BFE9-E1FB6F564353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35" creationId="{BDD8EF7E-F272-98C9-58BB-10E6BCAEA631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36" creationId="{96A3F063-772F-6F24-9312-76D43E827553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3" creationId="{F8EC1F66-44A8-7973-2595-27C808E6D010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4" creationId="{5B17C23C-663A-1B59-81DE-43B7D286E082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5" creationId="{62249664-36D3-89A2-E4C2-70A331AEBBEB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6" creationId="{1DFA401D-B899-B380-67E5-294EBB62CB08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7" creationId="{ACEC2793-08AF-82E3-E26A-B9D83A3835A4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48" creationId="{076C0B02-4913-65E8-4B00-A3F2CC089551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4" creationId="{30D0C75F-5CA8-C138-3BB4-2B07AADE587C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5" creationId="{82A4FD7A-5FB2-8BDD-15DE-CB43F54A65E8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6" creationId="{E7872447-BDC9-8C0A-2F77-8E3DFA04B429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7" creationId="{5C84E9E1-10B5-2AD3-5C5E-AE4A3FEF049E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8" creationId="{D8AFB453-ED02-ED55-D2C2-7F034B0BB4ED}"/>
          </ac:spMkLst>
        </pc:spChg>
        <pc:spChg chg="add mod">
          <ac:chgData name="osman saleem" userId="7b4c82e6e5d0bffd" providerId="LiveId" clId="{C9134538-2542-4A87-814D-FF4EEFF8D846}" dt="2024-04-25T07:16:38.912" v="997" actId="1076"/>
          <ac:spMkLst>
            <pc:docMk/>
            <pc:sldMk cId="624645549" sldId="262"/>
            <ac:spMk id="59" creationId="{378D9F40-CCB1-E873-2BC5-18DDA87F8FB0}"/>
          </ac:spMkLst>
        </pc:spChg>
        <pc:spChg chg="add mod">
          <ac:chgData name="osman saleem" userId="7b4c82e6e5d0bffd" providerId="LiveId" clId="{C9134538-2542-4A87-814D-FF4EEFF8D846}" dt="2024-04-25T07:36:14.554" v="1056" actId="20577"/>
          <ac:spMkLst>
            <pc:docMk/>
            <pc:sldMk cId="624645549" sldId="262"/>
            <ac:spMk id="75" creationId="{C76DE2EB-AD96-8884-D2BF-CB7C1C15890B}"/>
          </ac:spMkLst>
        </pc:spChg>
        <pc:spChg chg="add mod">
          <ac:chgData name="osman saleem" userId="7b4c82e6e5d0bffd" providerId="LiveId" clId="{C9134538-2542-4A87-814D-FF4EEFF8D846}" dt="2024-04-25T07:43:47.929" v="1315" actId="14100"/>
          <ac:spMkLst>
            <pc:docMk/>
            <pc:sldMk cId="624645549" sldId="262"/>
            <ac:spMk id="76" creationId="{106F4AA8-DB89-BE23-E910-61420744985E}"/>
          </ac:spMkLst>
        </pc:spChg>
        <pc:picChg chg="add mod">
          <ac:chgData name="osman saleem" userId="7b4c82e6e5d0bffd" providerId="LiveId" clId="{C9134538-2542-4A87-814D-FF4EEFF8D846}" dt="2024-04-25T07:17:19.314" v="998"/>
          <ac:picMkLst>
            <pc:docMk/>
            <pc:sldMk cId="624645549" sldId="262"/>
            <ac:picMk id="61" creationId="{9A9D76BD-780D-FBE9-587F-0DAEF4818AE7}"/>
          </ac:picMkLst>
        </pc:picChg>
        <pc:picChg chg="add mod">
          <ac:chgData name="osman saleem" userId="7b4c82e6e5d0bffd" providerId="LiveId" clId="{C9134538-2542-4A87-814D-FF4EEFF8D846}" dt="2024-04-25T07:17:19.314" v="998"/>
          <ac:picMkLst>
            <pc:docMk/>
            <pc:sldMk cId="624645549" sldId="262"/>
            <ac:picMk id="62" creationId="{107B6BAA-78F6-00DF-A900-B89EB6C9D2B0}"/>
          </ac:picMkLst>
        </pc:picChg>
        <pc:picChg chg="add mod">
          <ac:chgData name="osman saleem" userId="7b4c82e6e5d0bffd" providerId="LiveId" clId="{C9134538-2542-4A87-814D-FF4EEFF8D846}" dt="2024-04-25T07:19:50.692" v="1016" actId="1076"/>
          <ac:picMkLst>
            <pc:docMk/>
            <pc:sldMk cId="624645549" sldId="262"/>
            <ac:picMk id="64" creationId="{B50EA89A-EE61-C4EA-9DA6-89C8BCAF98C8}"/>
          </ac:picMkLst>
        </pc:picChg>
        <pc:picChg chg="add mod">
          <ac:chgData name="osman saleem" userId="7b4c82e6e5d0bffd" providerId="LiveId" clId="{C9134538-2542-4A87-814D-FF4EEFF8D846}" dt="2024-04-25T07:19:50.692" v="1016" actId="1076"/>
          <ac:picMkLst>
            <pc:docMk/>
            <pc:sldMk cId="624645549" sldId="262"/>
            <ac:picMk id="66" creationId="{026E3280-8078-7EB7-704C-25FEAA4D3F20}"/>
          </ac:picMkLst>
        </pc:picChg>
        <pc:picChg chg="add mod">
          <ac:chgData name="osman saleem" userId="7b4c82e6e5d0bffd" providerId="LiveId" clId="{C9134538-2542-4A87-814D-FF4EEFF8D846}" dt="2024-04-25T07:21:12.868" v="1020" actId="1076"/>
          <ac:picMkLst>
            <pc:docMk/>
            <pc:sldMk cId="624645549" sldId="262"/>
            <ac:picMk id="68" creationId="{E6C4A3EA-7477-82EA-E199-1ED8ECDE2E87}"/>
          </ac:picMkLst>
        </pc:picChg>
        <pc:picChg chg="add mod">
          <ac:chgData name="osman saleem" userId="7b4c82e6e5d0bffd" providerId="LiveId" clId="{C9134538-2542-4A87-814D-FF4EEFF8D846}" dt="2024-04-25T07:21:18.512" v="1021" actId="1076"/>
          <ac:picMkLst>
            <pc:docMk/>
            <pc:sldMk cId="624645549" sldId="262"/>
            <ac:picMk id="70" creationId="{12A7C625-2A26-57D1-FD64-86781328B940}"/>
          </ac:picMkLst>
        </pc:picChg>
        <pc:picChg chg="add mod">
          <ac:chgData name="osman saleem" userId="7b4c82e6e5d0bffd" providerId="LiveId" clId="{C9134538-2542-4A87-814D-FF4EEFF8D846}" dt="2024-04-25T07:21:36.520" v="1023" actId="1076"/>
          <ac:picMkLst>
            <pc:docMk/>
            <pc:sldMk cId="624645549" sldId="262"/>
            <ac:picMk id="71" creationId="{FA0249C5-6AC3-4EB7-AAD4-ADAE80832ADC}"/>
          </ac:picMkLst>
        </pc:picChg>
        <pc:picChg chg="add mod">
          <ac:chgData name="osman saleem" userId="7b4c82e6e5d0bffd" providerId="LiveId" clId="{C9134538-2542-4A87-814D-FF4EEFF8D846}" dt="2024-04-25T07:21:36.520" v="1023" actId="1076"/>
          <ac:picMkLst>
            <pc:docMk/>
            <pc:sldMk cId="624645549" sldId="262"/>
            <ac:picMk id="72" creationId="{BB82E24C-3B91-AEC1-60B8-FDF1133638C3}"/>
          </ac:picMkLst>
        </pc:pic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0" creationId="{ABF4F6F6-66E2-5AB8-C213-6FF83E8344BE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1" creationId="{B2A98D6F-E0D6-723F-64F9-E021EE0BADC2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2" creationId="{1764439C-D030-4E89-7173-668A417C337A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3" creationId="{12E4A7E7-2B5F-B1FD-3A3F-9F186B46E4F2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4" creationId="{3A6BE342-32CB-0A40-3BDE-32111526C737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5" creationId="{70C74531-38D6-2748-460A-90E1577F3D5C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6" creationId="{6C0F6FD1-631A-9914-5655-F1A68EA357F9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7" creationId="{4EEFF111-43BE-C150-AB6B-0778BC074FAB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8" creationId="{6A007E5E-5BD1-B090-C402-A048060E4AC4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29" creationId="{5E6571CA-2A66-C39D-57D1-7CB68E1605EE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30" creationId="{49DC7E03-7CBC-7A4E-A67D-DC6B33B601CB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31" creationId="{E16DBFA9-4E16-F0D0-679E-A578AF15E7BB}"/>
          </ac:cxnSpMkLst>
        </pc:cxnChg>
        <pc:cxnChg chg="add mod">
          <ac:chgData name="osman saleem" userId="7b4c82e6e5d0bffd" providerId="LiveId" clId="{C9134538-2542-4A87-814D-FF4EEFF8D846}" dt="2024-04-25T07:15:36.616" v="991"/>
          <ac:cxnSpMkLst>
            <pc:docMk/>
            <pc:sldMk cId="624645549" sldId="262"/>
            <ac:cxnSpMk id="32" creationId="{DEA5ECB0-E221-4437-1033-3137B034790F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37" creationId="{B7227861-F0E6-0D2F-8496-293BD30F2E62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38" creationId="{D394FD2E-38EF-9310-77BD-D5D688B9AA11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39" creationId="{78CF9A02-A9E0-E03D-CA77-191513DF7394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40" creationId="{07487A41-3DD0-FD00-79AE-CF98358F6387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41" creationId="{66E7EB58-3C55-738F-CE1E-81B1324F6CDE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42" creationId="{24E5D44A-83A2-9C73-874C-31BD220D493C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49" creationId="{0C7192BD-A949-3938-5D50-76A13BE552D3}"/>
          </ac:cxnSpMkLst>
        </pc:cxnChg>
        <pc:cxnChg chg="add mod">
          <ac:chgData name="osman saleem" userId="7b4c82e6e5d0bffd" providerId="LiveId" clId="{C9134538-2542-4A87-814D-FF4EEFF8D846}" dt="2024-04-25T07:18:25.599" v="1002" actId="1076"/>
          <ac:cxnSpMkLst>
            <pc:docMk/>
            <pc:sldMk cId="624645549" sldId="262"/>
            <ac:cxnSpMk id="50" creationId="{0516CC2B-1B22-4F15-519A-93D019816150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51" creationId="{18F427DC-E8B4-7D80-C6B7-C48FE3C275EB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52" creationId="{910CB665-208D-860B-AE5F-43188DDBA9D7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53" creationId="{F9E2BA28-6473-D644-FECE-F86672DF5176}"/>
          </ac:cxnSpMkLst>
        </pc:cxnChg>
        <pc:cxnChg chg="add mod">
          <ac:chgData name="osman saleem" userId="7b4c82e6e5d0bffd" providerId="LiveId" clId="{C9134538-2542-4A87-814D-FF4EEFF8D846}" dt="2024-04-25T07:16:38.912" v="997" actId="1076"/>
          <ac:cxnSpMkLst>
            <pc:docMk/>
            <pc:sldMk cId="624645549" sldId="262"/>
            <ac:cxnSpMk id="60" creationId="{BD4B3E7B-6181-F56E-1DCE-12E2490DFC10}"/>
          </ac:cxnSpMkLst>
        </pc:cxnChg>
        <pc:cxnChg chg="add mod">
          <ac:chgData name="osman saleem" userId="7b4c82e6e5d0bffd" providerId="LiveId" clId="{C9134538-2542-4A87-814D-FF4EEFF8D846}" dt="2024-04-25T07:33:17.085" v="1032" actId="571"/>
          <ac:cxnSpMkLst>
            <pc:docMk/>
            <pc:sldMk cId="624645549" sldId="262"/>
            <ac:cxnSpMk id="73" creationId="{0F9CB948-95B1-7EED-649E-1AB32CD8087F}"/>
          </ac:cxnSpMkLst>
        </pc:cxnChg>
        <pc:cxnChg chg="add mod">
          <ac:chgData name="osman saleem" userId="7b4c82e6e5d0bffd" providerId="LiveId" clId="{C9134538-2542-4A87-814D-FF4EEFF8D846}" dt="2024-04-25T07:33:17.085" v="1032" actId="571"/>
          <ac:cxnSpMkLst>
            <pc:docMk/>
            <pc:sldMk cId="624645549" sldId="262"/>
            <ac:cxnSpMk id="74" creationId="{3DE3FCE0-D14B-B1D9-A66B-A733E9ACBE0D}"/>
          </ac:cxnSpMkLst>
        </pc:cxnChg>
      </pc:sldChg>
      <pc:sldChg chg="addSp delSp modSp mod modAnim">
        <pc:chgData name="osman saleem" userId="7b4c82e6e5d0bffd" providerId="LiveId" clId="{C9134538-2542-4A87-814D-FF4EEFF8D846}" dt="2024-04-25T09:32:56.867" v="2558"/>
        <pc:sldMkLst>
          <pc:docMk/>
          <pc:sldMk cId="2671382482" sldId="263"/>
        </pc:sldMkLst>
        <pc:spChg chg="mod">
          <ac:chgData name="osman saleem" userId="7b4c82e6e5d0bffd" providerId="LiveId" clId="{C9134538-2542-4A87-814D-FF4EEFF8D846}" dt="2024-04-25T09:12:31.103" v="2116" actId="20577"/>
          <ac:spMkLst>
            <pc:docMk/>
            <pc:sldMk cId="2671382482" sldId="263"/>
            <ac:spMk id="3" creationId="{B26C1714-FA2E-6228-22DA-9D1A28EB4EA6}"/>
          </ac:spMkLst>
        </pc:spChg>
        <pc:spChg chg="add mod">
          <ac:chgData name="osman saleem" userId="7b4c82e6e5d0bffd" providerId="LiveId" clId="{C9134538-2542-4A87-814D-FF4EEFF8D846}" dt="2024-04-25T09:14:09.833" v="2136" actId="14100"/>
          <ac:spMkLst>
            <pc:docMk/>
            <pc:sldMk cId="2671382482" sldId="263"/>
            <ac:spMk id="5" creationId="{A9BF2D3E-66F7-BBFC-D2BE-F067E1EA4ACB}"/>
          </ac:spMkLst>
        </pc:spChg>
        <pc:spChg chg="add mod">
          <ac:chgData name="osman saleem" userId="7b4c82e6e5d0bffd" providerId="LiveId" clId="{C9134538-2542-4A87-814D-FF4EEFF8D846}" dt="2024-04-25T09:14:19.520" v="2140" actId="1076"/>
          <ac:spMkLst>
            <pc:docMk/>
            <pc:sldMk cId="2671382482" sldId="263"/>
            <ac:spMk id="6" creationId="{121A9127-F989-568F-06D4-DE7600231706}"/>
          </ac:spMkLst>
        </pc:spChg>
        <pc:spChg chg="add mod">
          <ac:chgData name="osman saleem" userId="7b4c82e6e5d0bffd" providerId="LiveId" clId="{C9134538-2542-4A87-814D-FF4EEFF8D846}" dt="2024-04-25T09:14:29.093" v="2144" actId="1076"/>
          <ac:spMkLst>
            <pc:docMk/>
            <pc:sldMk cId="2671382482" sldId="263"/>
            <ac:spMk id="7" creationId="{4B0E1BBE-F33D-AE05-EE66-700BFE45B5DC}"/>
          </ac:spMkLst>
        </pc:spChg>
        <pc:spChg chg="add mod">
          <ac:chgData name="osman saleem" userId="7b4c82e6e5d0bffd" providerId="LiveId" clId="{C9134538-2542-4A87-814D-FF4EEFF8D846}" dt="2024-04-25T09:14:52.457" v="2151" actId="207"/>
          <ac:spMkLst>
            <pc:docMk/>
            <pc:sldMk cId="2671382482" sldId="263"/>
            <ac:spMk id="8" creationId="{2A1B2927-4B8E-3C74-2939-3DA96801E485}"/>
          </ac:spMkLst>
        </pc:spChg>
        <pc:spChg chg="add mod">
          <ac:chgData name="osman saleem" userId="7b4c82e6e5d0bffd" providerId="LiveId" clId="{C9134538-2542-4A87-814D-FF4EEFF8D846}" dt="2024-04-25T09:15:31.258" v="2205"/>
          <ac:spMkLst>
            <pc:docMk/>
            <pc:sldMk cId="2671382482" sldId="263"/>
            <ac:spMk id="9" creationId="{784F1F0B-E89B-1756-123D-38082E9EA5C5}"/>
          </ac:spMkLst>
        </pc:spChg>
        <pc:spChg chg="add mod">
          <ac:chgData name="osman saleem" userId="7b4c82e6e5d0bffd" providerId="LiveId" clId="{C9134538-2542-4A87-814D-FF4EEFF8D846}" dt="2024-04-25T09:15:38.737" v="2206"/>
          <ac:spMkLst>
            <pc:docMk/>
            <pc:sldMk cId="2671382482" sldId="263"/>
            <ac:spMk id="10" creationId="{0162656C-B141-F106-E398-0E23CF3EE6D0}"/>
          </ac:spMkLst>
        </pc:spChg>
        <pc:spChg chg="add mod">
          <ac:chgData name="osman saleem" userId="7b4c82e6e5d0bffd" providerId="LiveId" clId="{C9134538-2542-4A87-814D-FF4EEFF8D846}" dt="2024-04-25T09:17:36.055" v="2248" actId="20577"/>
          <ac:spMkLst>
            <pc:docMk/>
            <pc:sldMk cId="2671382482" sldId="263"/>
            <ac:spMk id="11" creationId="{1C931DB7-9331-A771-3983-2F6B3CD88505}"/>
          </ac:spMkLst>
        </pc:spChg>
        <pc:spChg chg="add mod">
          <ac:chgData name="osman saleem" userId="7b4c82e6e5d0bffd" providerId="LiveId" clId="{C9134538-2542-4A87-814D-FF4EEFF8D846}" dt="2024-04-25T09:16:16.997" v="2213" actId="1038"/>
          <ac:spMkLst>
            <pc:docMk/>
            <pc:sldMk cId="2671382482" sldId="263"/>
            <ac:spMk id="12" creationId="{C29F1D9E-35B4-7D13-DD7E-3EA2A9B70F16}"/>
          </ac:spMkLst>
        </pc:spChg>
        <pc:spChg chg="add mod">
          <ac:chgData name="osman saleem" userId="7b4c82e6e5d0bffd" providerId="LiveId" clId="{C9134538-2542-4A87-814D-FF4EEFF8D846}" dt="2024-04-25T09:16:33.386" v="2215" actId="14100"/>
          <ac:spMkLst>
            <pc:docMk/>
            <pc:sldMk cId="2671382482" sldId="263"/>
            <ac:spMk id="13" creationId="{576182A6-8607-0CAA-C23A-622873D44483}"/>
          </ac:spMkLst>
        </pc:spChg>
        <pc:spChg chg="add mod">
          <ac:chgData name="osman saleem" userId="7b4c82e6e5d0bffd" providerId="LiveId" clId="{C9134538-2542-4A87-814D-FF4EEFF8D846}" dt="2024-04-25T09:17:52.287" v="2255" actId="1076"/>
          <ac:spMkLst>
            <pc:docMk/>
            <pc:sldMk cId="2671382482" sldId="263"/>
            <ac:spMk id="14" creationId="{62C755A2-087D-C23B-D2CE-3D6CFE90E3EB}"/>
          </ac:spMkLst>
        </pc:spChg>
        <pc:spChg chg="add mod">
          <ac:chgData name="osman saleem" userId="7b4c82e6e5d0bffd" providerId="LiveId" clId="{C9134538-2542-4A87-814D-FF4EEFF8D846}" dt="2024-04-25T09:18:17.988" v="2264" actId="14100"/>
          <ac:spMkLst>
            <pc:docMk/>
            <pc:sldMk cId="2671382482" sldId="263"/>
            <ac:spMk id="15" creationId="{B574E51C-B72B-F4B0-051A-98D7AA424F49}"/>
          </ac:spMkLst>
        </pc:spChg>
        <pc:spChg chg="add mod">
          <ac:chgData name="osman saleem" userId="7b4c82e6e5d0bffd" providerId="LiveId" clId="{C9134538-2542-4A87-814D-FF4EEFF8D846}" dt="2024-04-25T09:18:24.115" v="2269" actId="14100"/>
          <ac:spMkLst>
            <pc:docMk/>
            <pc:sldMk cId="2671382482" sldId="263"/>
            <ac:spMk id="16" creationId="{2580461E-6CFB-7D97-D592-BDB982EA6094}"/>
          </ac:spMkLst>
        </pc:spChg>
        <pc:spChg chg="add mod">
          <ac:chgData name="osman saleem" userId="7b4c82e6e5d0bffd" providerId="LiveId" clId="{C9134538-2542-4A87-814D-FF4EEFF8D846}" dt="2024-04-25T09:22:51.761" v="2381" actId="1076"/>
          <ac:spMkLst>
            <pc:docMk/>
            <pc:sldMk cId="2671382482" sldId="263"/>
            <ac:spMk id="25" creationId="{0C7C7F47-EB91-8CD3-7B4B-73EB58525DE6}"/>
          </ac:spMkLst>
        </pc:spChg>
        <pc:spChg chg="add mod">
          <ac:chgData name="osman saleem" userId="7b4c82e6e5d0bffd" providerId="LiveId" clId="{C9134538-2542-4A87-814D-FF4EEFF8D846}" dt="2024-04-25T09:28:22.630" v="2512" actId="1076"/>
          <ac:spMkLst>
            <pc:docMk/>
            <pc:sldMk cId="2671382482" sldId="263"/>
            <ac:spMk id="48" creationId="{0F4DFA7D-736C-143E-7F14-A4CDA8FB270D}"/>
          </ac:spMkLst>
        </pc:spChg>
        <pc:spChg chg="add mod">
          <ac:chgData name="osman saleem" userId="7b4c82e6e5d0bffd" providerId="LiveId" clId="{C9134538-2542-4A87-814D-FF4EEFF8D846}" dt="2024-04-25T09:31:57.290" v="2552" actId="1076"/>
          <ac:spMkLst>
            <pc:docMk/>
            <pc:sldMk cId="2671382482" sldId="263"/>
            <ac:spMk id="49" creationId="{A65C1546-4C9C-5FEB-1236-A8DBAF233380}"/>
          </ac:spMkLst>
        </pc:spChg>
        <pc:picChg chg="add mod">
          <ac:chgData name="osman saleem" userId="7b4c82e6e5d0bffd" providerId="LiveId" clId="{C9134538-2542-4A87-814D-FF4EEFF8D846}" dt="2024-04-25T09:12:54.295" v="2121" actId="14100"/>
          <ac:picMkLst>
            <pc:docMk/>
            <pc:sldMk cId="2671382482" sldId="263"/>
            <ac:picMk id="4" creationId="{4CA0F701-B3B4-DC09-10BE-A52EA4FC5330}"/>
          </ac:picMkLst>
        </pc:picChg>
        <pc:picChg chg="add mod">
          <ac:chgData name="osman saleem" userId="7b4c82e6e5d0bffd" providerId="LiveId" clId="{C9134538-2542-4A87-814D-FF4EEFF8D846}" dt="2024-04-25T09:23:17.538" v="2386" actId="1035"/>
          <ac:picMkLst>
            <pc:docMk/>
            <pc:sldMk cId="2671382482" sldId="263"/>
            <ac:picMk id="18" creationId="{FA0EB12E-6AFF-A20B-AFD4-8529981F4B09}"/>
          </ac:picMkLst>
        </pc:picChg>
        <pc:picChg chg="add del mod">
          <ac:chgData name="osman saleem" userId="7b4c82e6e5d0bffd" providerId="LiveId" clId="{C9134538-2542-4A87-814D-FF4EEFF8D846}" dt="2024-04-25T09:20:22.212" v="2278" actId="478"/>
          <ac:picMkLst>
            <pc:docMk/>
            <pc:sldMk cId="2671382482" sldId="263"/>
            <ac:picMk id="20" creationId="{82D5DD52-4401-4404-FF88-9B0B20D23AAD}"/>
          </ac:picMkLst>
        </pc:picChg>
        <pc:picChg chg="add mod">
          <ac:chgData name="osman saleem" userId="7b4c82e6e5d0bffd" providerId="LiveId" clId="{C9134538-2542-4A87-814D-FF4EEFF8D846}" dt="2024-04-25T09:22:16.695" v="2356" actId="1038"/>
          <ac:picMkLst>
            <pc:docMk/>
            <pc:sldMk cId="2671382482" sldId="263"/>
            <ac:picMk id="22" creationId="{DD18D113-F159-0C9E-5DFC-722CCE294F5F}"/>
          </ac:picMkLst>
        </pc:picChg>
        <pc:picChg chg="add mod">
          <ac:chgData name="osman saleem" userId="7b4c82e6e5d0bffd" providerId="LiveId" clId="{C9134538-2542-4A87-814D-FF4EEFF8D846}" dt="2024-04-25T09:22:05.552" v="2350" actId="1076"/>
          <ac:picMkLst>
            <pc:docMk/>
            <pc:sldMk cId="2671382482" sldId="263"/>
            <ac:picMk id="24" creationId="{D18767FF-7B38-7A10-22EB-485BF037D970}"/>
          </ac:picMkLst>
        </pc:picChg>
        <pc:picChg chg="add mod">
          <ac:chgData name="osman saleem" userId="7b4c82e6e5d0bffd" providerId="LiveId" clId="{C9134538-2542-4A87-814D-FF4EEFF8D846}" dt="2024-04-25T09:27:54.852" v="2494" actId="14100"/>
          <ac:picMkLst>
            <pc:docMk/>
            <pc:sldMk cId="2671382482" sldId="263"/>
            <ac:picMk id="35" creationId="{8EE762C5-914F-65A2-AD69-EC2944DB5E10}"/>
          </ac:picMkLst>
        </pc:picChg>
        <pc:picChg chg="add mod">
          <ac:chgData name="osman saleem" userId="7b4c82e6e5d0bffd" providerId="LiveId" clId="{C9134538-2542-4A87-814D-FF4EEFF8D846}" dt="2024-04-25T09:27:40.337" v="2460" actId="1035"/>
          <ac:picMkLst>
            <pc:docMk/>
            <pc:sldMk cId="2671382482" sldId="263"/>
            <ac:picMk id="37" creationId="{86955089-0E3A-C061-DAF9-93283B39F4F5}"/>
          </ac:picMkLst>
        </pc:picChg>
        <pc:picChg chg="add mod">
          <ac:chgData name="osman saleem" userId="7b4c82e6e5d0bffd" providerId="LiveId" clId="{C9134538-2542-4A87-814D-FF4EEFF8D846}" dt="2024-04-25T09:28:03.553" v="2502" actId="1035"/>
          <ac:picMkLst>
            <pc:docMk/>
            <pc:sldMk cId="2671382482" sldId="263"/>
            <ac:picMk id="39" creationId="{FEC11F5A-07E3-AA16-13F1-6688CD414E70}"/>
          </ac:picMkLst>
        </pc:picChg>
        <pc:cxnChg chg="add mod">
          <ac:chgData name="osman saleem" userId="7b4c82e6e5d0bffd" providerId="LiveId" clId="{C9134538-2542-4A87-814D-FF4EEFF8D846}" dt="2024-04-25T09:23:17.538" v="2386" actId="1035"/>
          <ac:cxnSpMkLst>
            <pc:docMk/>
            <pc:sldMk cId="2671382482" sldId="263"/>
            <ac:cxnSpMk id="27" creationId="{0FE650BD-CA7E-CBA9-1C9D-4C2EF5A148BC}"/>
          </ac:cxnSpMkLst>
        </pc:cxnChg>
        <pc:cxnChg chg="add mod">
          <ac:chgData name="osman saleem" userId="7b4c82e6e5d0bffd" providerId="LiveId" clId="{C9134538-2542-4A87-814D-FF4EEFF8D846}" dt="2024-04-25T09:23:17.538" v="2386" actId="1035"/>
          <ac:cxnSpMkLst>
            <pc:docMk/>
            <pc:sldMk cId="2671382482" sldId="263"/>
            <ac:cxnSpMk id="29" creationId="{67073E4C-10A2-5B41-5659-74A618354A97}"/>
          </ac:cxnSpMkLst>
        </pc:cxnChg>
        <pc:cxnChg chg="add">
          <ac:chgData name="osman saleem" userId="7b4c82e6e5d0bffd" providerId="LiveId" clId="{C9134538-2542-4A87-814D-FF4EEFF8D846}" dt="2024-04-25T09:23:23.639" v="2387" actId="11529"/>
          <ac:cxnSpMkLst>
            <pc:docMk/>
            <pc:sldMk cId="2671382482" sldId="263"/>
            <ac:cxnSpMk id="31" creationId="{ABD9BFDF-CC24-DDDF-1F7B-AB7A7038DF36}"/>
          </ac:cxnSpMkLst>
        </pc:cxnChg>
        <pc:cxnChg chg="add">
          <ac:chgData name="osman saleem" userId="7b4c82e6e5d0bffd" providerId="LiveId" clId="{C9134538-2542-4A87-814D-FF4EEFF8D846}" dt="2024-04-25T09:24:13.558" v="2388" actId="11529"/>
          <ac:cxnSpMkLst>
            <pc:docMk/>
            <pc:sldMk cId="2671382482" sldId="263"/>
            <ac:cxnSpMk id="33" creationId="{67ABF3B5-7BD6-07BA-E91C-C90015A20973}"/>
          </ac:cxnSpMkLst>
        </pc:cxnChg>
        <pc:cxnChg chg="add mod">
          <ac:chgData name="osman saleem" userId="7b4c82e6e5d0bffd" providerId="LiveId" clId="{C9134538-2542-4A87-814D-FF4EEFF8D846}" dt="2024-04-25T09:27:54.852" v="2494" actId="14100"/>
          <ac:cxnSpMkLst>
            <pc:docMk/>
            <pc:sldMk cId="2671382482" sldId="263"/>
            <ac:cxnSpMk id="41" creationId="{4D91C328-8DCA-ADF8-12A1-D9B10964B0CC}"/>
          </ac:cxnSpMkLst>
        </pc:cxnChg>
        <pc:cxnChg chg="add mod">
          <ac:chgData name="osman saleem" userId="7b4c82e6e5d0bffd" providerId="LiveId" clId="{C9134538-2542-4A87-814D-FF4EEFF8D846}" dt="2024-04-25T09:27:40.337" v="2460" actId="1035"/>
          <ac:cxnSpMkLst>
            <pc:docMk/>
            <pc:sldMk cId="2671382482" sldId="263"/>
            <ac:cxnSpMk id="43" creationId="{56841D09-8713-DD37-82F8-1AF9BEDA2353}"/>
          </ac:cxnSpMkLst>
        </pc:cxnChg>
        <pc:cxnChg chg="add mod">
          <ac:chgData name="osman saleem" userId="7b4c82e6e5d0bffd" providerId="LiveId" clId="{C9134538-2542-4A87-814D-FF4EEFF8D846}" dt="2024-04-25T09:28:03.553" v="2502" actId="1035"/>
          <ac:cxnSpMkLst>
            <pc:docMk/>
            <pc:sldMk cId="2671382482" sldId="263"/>
            <ac:cxnSpMk id="45" creationId="{58CEFCCE-01A3-CE9E-755D-C14C312DB333}"/>
          </ac:cxnSpMkLst>
        </pc:cxnChg>
      </pc:sldChg>
      <pc:sldChg chg="addSp delSp modSp add mod modAnim">
        <pc:chgData name="osman saleem" userId="7b4c82e6e5d0bffd" providerId="LiveId" clId="{C9134538-2542-4A87-814D-FF4EEFF8D846}" dt="2024-04-25T09:40:47.074" v="2595" actId="1038"/>
        <pc:sldMkLst>
          <pc:docMk/>
          <pc:sldMk cId="4207242718" sldId="264"/>
        </pc:sldMkLst>
        <pc:spChg chg="mod">
          <ac:chgData name="osman saleem" userId="7b4c82e6e5d0bffd" providerId="LiveId" clId="{C9134538-2542-4A87-814D-FF4EEFF8D846}" dt="2024-04-25T07:11:34.349" v="941" actId="1076"/>
          <ac:spMkLst>
            <pc:docMk/>
            <pc:sldMk cId="4207242718" sldId="264"/>
            <ac:spMk id="2" creationId="{CF33CFED-F3AF-554C-D99A-7769C883B099}"/>
          </ac:spMkLst>
        </pc:spChg>
        <pc:spChg chg="mod">
          <ac:chgData name="osman saleem" userId="7b4c82e6e5d0bffd" providerId="LiveId" clId="{C9134538-2542-4A87-814D-FF4EEFF8D846}" dt="2024-04-25T06:04:18.925" v="449" actId="20577"/>
          <ac:spMkLst>
            <pc:docMk/>
            <pc:sldMk cId="4207242718" sldId="264"/>
            <ac:spMk id="3" creationId="{5C9BBA44-FC35-F33C-B222-3068C1821A78}"/>
          </ac:spMkLst>
        </pc:spChg>
        <pc:spChg chg="mod">
          <ac:chgData name="osman saleem" userId="7b4c82e6e5d0bffd" providerId="LiveId" clId="{C9134538-2542-4A87-814D-FF4EEFF8D846}" dt="2024-04-25T07:11:43.461" v="943" actId="1076"/>
          <ac:spMkLst>
            <pc:docMk/>
            <pc:sldMk cId="4207242718" sldId="264"/>
            <ac:spMk id="4" creationId="{32E0371A-A880-3C8E-B2E3-96293347A251}"/>
          </ac:spMkLst>
        </pc:spChg>
        <pc:spChg chg="del">
          <ac:chgData name="osman saleem" userId="7b4c82e6e5d0bffd" providerId="LiveId" clId="{C9134538-2542-4A87-814D-FF4EEFF8D846}" dt="2024-04-25T06:04:59.298" v="504" actId="478"/>
          <ac:spMkLst>
            <pc:docMk/>
            <pc:sldMk cId="4207242718" sldId="264"/>
            <ac:spMk id="9" creationId="{A667F520-3306-44EA-2303-E341E58741C1}"/>
          </ac:spMkLst>
        </pc:spChg>
        <pc:spChg chg="del">
          <ac:chgData name="osman saleem" userId="7b4c82e6e5d0bffd" providerId="LiveId" clId="{C9134538-2542-4A87-814D-FF4EEFF8D846}" dt="2024-04-25T06:04:59.298" v="504" actId="478"/>
          <ac:spMkLst>
            <pc:docMk/>
            <pc:sldMk cId="4207242718" sldId="264"/>
            <ac:spMk id="10" creationId="{DCF9C363-6DB0-0948-AFAE-5DCE0F66045B}"/>
          </ac:spMkLst>
        </pc:spChg>
        <pc:spChg chg="del">
          <ac:chgData name="osman saleem" userId="7b4c82e6e5d0bffd" providerId="LiveId" clId="{C9134538-2542-4A87-814D-FF4EEFF8D846}" dt="2024-04-25T06:04:59.298" v="504" actId="478"/>
          <ac:spMkLst>
            <pc:docMk/>
            <pc:sldMk cId="4207242718" sldId="264"/>
            <ac:spMk id="17" creationId="{B5AF0872-9868-66D6-AAE7-60446DA00186}"/>
          </ac:spMkLst>
        </pc:spChg>
        <pc:spChg chg="del">
          <ac:chgData name="osman saleem" userId="7b4c82e6e5d0bffd" providerId="LiveId" clId="{C9134538-2542-4A87-814D-FF4EEFF8D846}" dt="2024-04-25T06:04:59.298" v="504" actId="478"/>
          <ac:spMkLst>
            <pc:docMk/>
            <pc:sldMk cId="4207242718" sldId="264"/>
            <ac:spMk id="18" creationId="{571FF378-B381-657E-C620-2771C1703413}"/>
          </ac:spMkLst>
        </pc:spChg>
        <pc:spChg chg="add mod">
          <ac:chgData name="osman saleem" userId="7b4c82e6e5d0bffd" providerId="LiveId" clId="{C9134538-2542-4A87-814D-FF4EEFF8D846}" dt="2024-04-25T06:33:38.043" v="679" actId="1076"/>
          <ac:spMkLst>
            <pc:docMk/>
            <pc:sldMk cId="4207242718" sldId="264"/>
            <ac:spMk id="21" creationId="{E5851986-041F-692B-A3ED-6D7F6615975F}"/>
          </ac:spMkLst>
        </pc:spChg>
        <pc:spChg chg="add mod">
          <ac:chgData name="osman saleem" userId="7b4c82e6e5d0bffd" providerId="LiveId" clId="{C9134538-2542-4A87-814D-FF4EEFF8D846}" dt="2024-04-25T06:34:10.501" v="699" actId="1038"/>
          <ac:spMkLst>
            <pc:docMk/>
            <pc:sldMk cId="4207242718" sldId="264"/>
            <ac:spMk id="23" creationId="{BBFDF0D6-E65F-D408-5FD2-E6DFA3712998}"/>
          </ac:spMkLst>
        </pc:spChg>
        <pc:picChg chg="del">
          <ac:chgData name="osman saleem" userId="7b4c82e6e5d0bffd" providerId="LiveId" clId="{C9134538-2542-4A87-814D-FF4EEFF8D846}" dt="2024-04-25T06:04:54.589" v="502" actId="478"/>
          <ac:picMkLst>
            <pc:docMk/>
            <pc:sldMk cId="4207242718" sldId="264"/>
            <ac:picMk id="6" creationId="{3F5E8E81-2FAF-76FF-33CB-ADE4EDFA57BA}"/>
          </ac:picMkLst>
        </pc:picChg>
        <pc:picChg chg="add mod">
          <ac:chgData name="osman saleem" userId="7b4c82e6e5d0bffd" providerId="LiveId" clId="{C9134538-2542-4A87-814D-FF4EEFF8D846}" dt="2024-04-25T06:30:30.455" v="526" actId="1076"/>
          <ac:picMkLst>
            <pc:docMk/>
            <pc:sldMk cId="4207242718" sldId="264"/>
            <ac:picMk id="7" creationId="{CDA74F38-9030-5795-43AF-B24B6EA6FC71}"/>
          </ac:picMkLst>
        </pc:picChg>
        <pc:picChg chg="del">
          <ac:chgData name="osman saleem" userId="7b4c82e6e5d0bffd" providerId="LiveId" clId="{C9134538-2542-4A87-814D-FF4EEFF8D846}" dt="2024-04-25T06:04:56.359" v="503" actId="478"/>
          <ac:picMkLst>
            <pc:docMk/>
            <pc:sldMk cId="4207242718" sldId="264"/>
            <ac:picMk id="8" creationId="{95D846B9-59FC-0CC5-8227-0DBD492D7355}"/>
          </ac:picMkLst>
        </pc:picChg>
        <pc:picChg chg="del">
          <ac:chgData name="osman saleem" userId="7b4c82e6e5d0bffd" providerId="LiveId" clId="{C9134538-2542-4A87-814D-FF4EEFF8D846}" dt="2024-04-25T06:05:02.820" v="505" actId="478"/>
          <ac:picMkLst>
            <pc:docMk/>
            <pc:sldMk cId="4207242718" sldId="264"/>
            <ac:picMk id="12" creationId="{9CA5C3F7-2F86-D2B9-D176-4FA6894834AD}"/>
          </ac:picMkLst>
        </pc:picChg>
        <pc:picChg chg="add mod">
          <ac:chgData name="osman saleem" userId="7b4c82e6e5d0bffd" providerId="LiveId" clId="{C9134538-2542-4A87-814D-FF4EEFF8D846}" dt="2024-04-25T06:30:32.727" v="527" actId="1076"/>
          <ac:picMkLst>
            <pc:docMk/>
            <pc:sldMk cId="4207242718" sldId="264"/>
            <ac:picMk id="13" creationId="{6121EA57-D4FD-B455-B214-2A92C3B19B39}"/>
          </ac:picMkLst>
        </pc:picChg>
        <pc:picChg chg="del">
          <ac:chgData name="osman saleem" userId="7b4c82e6e5d0bffd" providerId="LiveId" clId="{C9134538-2542-4A87-814D-FF4EEFF8D846}" dt="2024-04-25T06:05:02.820" v="505" actId="478"/>
          <ac:picMkLst>
            <pc:docMk/>
            <pc:sldMk cId="4207242718" sldId="264"/>
            <ac:picMk id="14" creationId="{364CB0F8-2C6F-A54D-D47E-D08EA6AE4225}"/>
          </ac:picMkLst>
        </pc:picChg>
        <pc:picChg chg="del">
          <ac:chgData name="osman saleem" userId="7b4c82e6e5d0bffd" providerId="LiveId" clId="{C9134538-2542-4A87-814D-FF4EEFF8D846}" dt="2024-04-25T06:04:59.298" v="504" actId="478"/>
          <ac:picMkLst>
            <pc:docMk/>
            <pc:sldMk cId="4207242718" sldId="264"/>
            <ac:picMk id="15" creationId="{9D682BA4-8E3B-026F-8F7F-532E69AC4B7E}"/>
          </ac:picMkLst>
        </pc:picChg>
        <pc:picChg chg="add mod">
          <ac:chgData name="osman saleem" userId="7b4c82e6e5d0bffd" providerId="LiveId" clId="{C9134538-2542-4A87-814D-FF4EEFF8D846}" dt="2024-04-25T06:32:48.825" v="641" actId="1037"/>
          <ac:picMkLst>
            <pc:docMk/>
            <pc:sldMk cId="4207242718" sldId="264"/>
            <ac:picMk id="16" creationId="{04F9135C-D23F-4DA6-3B32-F85CF5F37390}"/>
          </ac:picMkLst>
        </pc:picChg>
        <pc:picChg chg="add mod">
          <ac:chgData name="osman saleem" userId="7b4c82e6e5d0bffd" providerId="LiveId" clId="{C9134538-2542-4A87-814D-FF4EEFF8D846}" dt="2024-04-25T06:32:48.825" v="641" actId="1037"/>
          <ac:picMkLst>
            <pc:docMk/>
            <pc:sldMk cId="4207242718" sldId="264"/>
            <ac:picMk id="19" creationId="{D6FDD86E-78DB-2387-AA04-FB59A1735A5F}"/>
          </ac:picMkLst>
        </pc:picChg>
        <pc:picChg chg="del">
          <ac:chgData name="osman saleem" userId="7b4c82e6e5d0bffd" providerId="LiveId" clId="{C9134538-2542-4A87-814D-FF4EEFF8D846}" dt="2024-04-25T06:04:59.298" v="504" actId="478"/>
          <ac:picMkLst>
            <pc:docMk/>
            <pc:sldMk cId="4207242718" sldId="264"/>
            <ac:picMk id="20" creationId="{4588D7FA-542A-12FD-F05D-46910C2B1CDF}"/>
          </ac:picMkLst>
        </pc:picChg>
        <pc:picChg chg="add mod">
          <ac:chgData name="osman saleem" userId="7b4c82e6e5d0bffd" providerId="LiveId" clId="{C9134538-2542-4A87-814D-FF4EEFF8D846}" dt="2024-04-25T06:33:11.183" v="665" actId="1036"/>
          <ac:picMkLst>
            <pc:docMk/>
            <pc:sldMk cId="4207242718" sldId="264"/>
            <ac:picMk id="22" creationId="{EF5DDC81-EB74-71C8-3455-5D23D75DB97E}"/>
          </ac:picMkLst>
        </pc:picChg>
        <pc:picChg chg="add mod">
          <ac:chgData name="osman saleem" userId="7b4c82e6e5d0bffd" providerId="LiveId" clId="{C9134538-2542-4A87-814D-FF4EEFF8D846}" dt="2024-04-25T09:40:47.074" v="2595" actId="1038"/>
          <ac:picMkLst>
            <pc:docMk/>
            <pc:sldMk cId="4207242718" sldId="264"/>
            <ac:picMk id="24" creationId="{E046533D-8C24-1D85-28DE-927F9C858101}"/>
          </ac:picMkLst>
        </pc:picChg>
      </pc:sldChg>
      <pc:sldChg chg="delSp modSp add mod modTransition modAnim">
        <pc:chgData name="osman saleem" userId="7b4c82e6e5d0bffd" providerId="LiveId" clId="{C9134538-2542-4A87-814D-FF4EEFF8D846}" dt="2024-04-25T08:34:37.726" v="1725" actId="1076"/>
        <pc:sldMkLst>
          <pc:docMk/>
          <pc:sldMk cId="2362392640" sldId="265"/>
        </pc:sldMkLst>
        <pc:spChg chg="mod">
          <ac:chgData name="osman saleem" userId="7b4c82e6e5d0bffd" providerId="LiveId" clId="{C9134538-2542-4A87-814D-FF4EEFF8D846}" dt="2024-04-25T06:40:30.327" v="808" actId="20577"/>
          <ac:spMkLst>
            <pc:docMk/>
            <pc:sldMk cId="2362392640" sldId="265"/>
            <ac:spMk id="3" creationId="{5C9BBA44-FC35-F33C-B222-3068C1821A78}"/>
          </ac:spMkLst>
        </pc:spChg>
        <pc:spChg chg="mod">
          <ac:chgData name="osman saleem" userId="7b4c82e6e5d0bffd" providerId="LiveId" clId="{C9134538-2542-4A87-814D-FF4EEFF8D846}" dt="2024-04-25T08:34:37.726" v="1725" actId="1076"/>
          <ac:spMkLst>
            <pc:docMk/>
            <pc:sldMk cId="2362392640" sldId="265"/>
            <ac:spMk id="4" creationId="{32E0371A-A880-3C8E-B2E3-96293347A251}"/>
          </ac:spMkLst>
        </pc:spChg>
        <pc:spChg chg="del">
          <ac:chgData name="osman saleem" userId="7b4c82e6e5d0bffd" providerId="LiveId" clId="{C9134538-2542-4A87-814D-FF4EEFF8D846}" dt="2024-04-25T06:40:11.867" v="771" actId="478"/>
          <ac:spMkLst>
            <pc:docMk/>
            <pc:sldMk cId="2362392640" sldId="265"/>
            <ac:spMk id="21" creationId="{E5851986-041F-692B-A3ED-6D7F6615975F}"/>
          </ac:spMkLst>
        </pc:spChg>
        <pc:spChg chg="del">
          <ac:chgData name="osman saleem" userId="7b4c82e6e5d0bffd" providerId="LiveId" clId="{C9134538-2542-4A87-814D-FF4EEFF8D846}" dt="2024-04-25T06:40:11.867" v="771" actId="478"/>
          <ac:spMkLst>
            <pc:docMk/>
            <pc:sldMk cId="2362392640" sldId="265"/>
            <ac:spMk id="23" creationId="{BBFDF0D6-E65F-D408-5FD2-E6DFA3712998}"/>
          </ac:spMkLst>
        </pc:spChg>
        <pc:picChg chg="del">
          <ac:chgData name="osman saleem" userId="7b4c82e6e5d0bffd" providerId="LiveId" clId="{C9134538-2542-4A87-814D-FF4EEFF8D846}" dt="2024-04-25T06:40:07.658" v="769" actId="478"/>
          <ac:picMkLst>
            <pc:docMk/>
            <pc:sldMk cId="2362392640" sldId="265"/>
            <ac:picMk id="7" creationId="{CDA74F38-9030-5795-43AF-B24B6EA6FC71}"/>
          </ac:picMkLst>
        </pc:picChg>
        <pc:picChg chg="del">
          <ac:chgData name="osman saleem" userId="7b4c82e6e5d0bffd" providerId="LiveId" clId="{C9134538-2542-4A87-814D-FF4EEFF8D846}" dt="2024-04-25T06:40:09.254" v="770" actId="478"/>
          <ac:picMkLst>
            <pc:docMk/>
            <pc:sldMk cId="2362392640" sldId="265"/>
            <ac:picMk id="13" creationId="{6121EA57-D4FD-B455-B214-2A92C3B19B39}"/>
          </ac:picMkLst>
        </pc:picChg>
        <pc:picChg chg="del">
          <ac:chgData name="osman saleem" userId="7b4c82e6e5d0bffd" providerId="LiveId" clId="{C9134538-2542-4A87-814D-FF4EEFF8D846}" dt="2024-04-25T06:40:11.867" v="771" actId="478"/>
          <ac:picMkLst>
            <pc:docMk/>
            <pc:sldMk cId="2362392640" sldId="265"/>
            <ac:picMk id="16" creationId="{04F9135C-D23F-4DA6-3B32-F85CF5F37390}"/>
          </ac:picMkLst>
        </pc:picChg>
        <pc:picChg chg="del">
          <ac:chgData name="osman saleem" userId="7b4c82e6e5d0bffd" providerId="LiveId" clId="{C9134538-2542-4A87-814D-FF4EEFF8D846}" dt="2024-04-25T06:40:11.867" v="771" actId="478"/>
          <ac:picMkLst>
            <pc:docMk/>
            <pc:sldMk cId="2362392640" sldId="265"/>
            <ac:picMk id="19" creationId="{D6FDD86E-78DB-2387-AA04-FB59A1735A5F}"/>
          </ac:picMkLst>
        </pc:picChg>
        <pc:picChg chg="del">
          <ac:chgData name="osman saleem" userId="7b4c82e6e5d0bffd" providerId="LiveId" clId="{C9134538-2542-4A87-814D-FF4EEFF8D846}" dt="2024-04-25T06:40:11.867" v="771" actId="478"/>
          <ac:picMkLst>
            <pc:docMk/>
            <pc:sldMk cId="2362392640" sldId="265"/>
            <ac:picMk id="22" creationId="{EF5DDC81-EB74-71C8-3455-5D23D75DB97E}"/>
          </ac:picMkLst>
        </pc:picChg>
        <pc:picChg chg="del">
          <ac:chgData name="osman saleem" userId="7b4c82e6e5d0bffd" providerId="LiveId" clId="{C9134538-2542-4A87-814D-FF4EEFF8D846}" dt="2024-04-25T06:40:11.867" v="771" actId="478"/>
          <ac:picMkLst>
            <pc:docMk/>
            <pc:sldMk cId="2362392640" sldId="265"/>
            <ac:picMk id="24" creationId="{E046533D-8C24-1D85-28DE-927F9C858101}"/>
          </ac:picMkLst>
        </pc:picChg>
      </pc:sldChg>
      <pc:sldChg chg="addSp delSp modSp add mod delAnim modAnim">
        <pc:chgData name="osman saleem" userId="7b4c82e6e5d0bffd" providerId="LiveId" clId="{C9134538-2542-4A87-814D-FF4EEFF8D846}" dt="2024-04-25T07:58:33.023" v="1650" actId="1076"/>
        <pc:sldMkLst>
          <pc:docMk/>
          <pc:sldMk cId="45240066" sldId="266"/>
        </pc:sldMkLst>
        <pc:spChg chg="mod">
          <ac:chgData name="osman saleem" userId="7b4c82e6e5d0bffd" providerId="LiveId" clId="{C9134538-2542-4A87-814D-FF4EEFF8D846}" dt="2024-04-25T07:09:49.055" v="919" actId="1076"/>
          <ac:spMkLst>
            <pc:docMk/>
            <pc:sldMk cId="45240066" sldId="266"/>
            <ac:spMk id="3" creationId="{5C9BBA44-FC35-F33C-B222-3068C1821A78}"/>
          </ac:spMkLst>
        </pc:spChg>
        <pc:spChg chg="del mod">
          <ac:chgData name="osman saleem" userId="7b4c82e6e5d0bffd" providerId="LiveId" clId="{C9134538-2542-4A87-814D-FF4EEFF8D846}" dt="2024-04-25T07:03:55.665" v="825" actId="478"/>
          <ac:spMkLst>
            <pc:docMk/>
            <pc:sldMk cId="45240066" sldId="266"/>
            <ac:spMk id="4" creationId="{32E0371A-A880-3C8E-B2E3-96293347A251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5" creationId="{8BA48EC7-04FB-231E-EC79-68336007294A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6" creationId="{0646146C-10E4-A6CA-1C31-529F94AC0F80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7" creationId="{40534DF3-2A03-1883-A5F6-F21399F7675F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8" creationId="{9F04713B-1E59-0706-EF99-26C9A1BBE73A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9" creationId="{AA5CB076-F157-7C71-6DF6-258A83A6A9B3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0" creationId="{B9939954-8EF6-347E-BDE8-F69524DD029A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1" creationId="{B76532B3-A3D5-F0CC-EE08-4F3A85B2F821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2" creationId="{BD2AD390-931F-C06B-8431-3AEA9946A50B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3" creationId="{7C76CFF5-CF73-E94F-24CD-59AF2AE9F268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4" creationId="{A02C0612-EDC3-492E-3734-AC9B35511354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5" creationId="{5561F947-8341-4299-EC47-13865061630A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6" creationId="{700C09BA-C1B0-C926-59AE-A83D3F9E25AB}"/>
          </ac:spMkLst>
        </pc:spChg>
        <pc:spChg chg="add mod">
          <ac:chgData name="osman saleem" userId="7b4c82e6e5d0bffd" providerId="LiveId" clId="{C9134538-2542-4A87-814D-FF4EEFF8D846}" dt="2024-04-25T07:09:50.188" v="920" actId="14100"/>
          <ac:spMkLst>
            <pc:docMk/>
            <pc:sldMk cId="45240066" sldId="266"/>
            <ac:spMk id="17" creationId="{D575BF5F-341B-361D-F215-1A45620F9D35}"/>
          </ac:spMkLst>
        </pc:sp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18" creationId="{5D6B97F4-687B-91E0-0F59-6EB5DC772EDD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19" creationId="{1E06446F-4348-BD6F-FAF9-B65CAA18F298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0" creationId="{1E33C155-BE77-5577-D3E7-C31EFE0914DF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1" creationId="{B1FF3233-DDE0-54D3-02C9-C61CA60C6811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2" creationId="{66569D98-BAA0-3355-97A7-6B999E1A5AAA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3" creationId="{0A6C9A98-C46A-9790-828B-FD0C208119D1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4" creationId="{7F98E36E-6BAD-88A9-F54A-D6382F441DBB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5" creationId="{4642635A-0209-8644-6A5C-366AEE1C2492}"/>
          </ac:cxnSpMkLst>
        </pc:cxnChg>
        <pc:cxnChg chg="add mod">
          <ac:chgData name="osman saleem" userId="7b4c82e6e5d0bffd" providerId="LiveId" clId="{C9134538-2542-4A87-814D-FF4EEFF8D846}" dt="2024-04-25T07:58:33.023" v="1650" actId="1076"/>
          <ac:cxnSpMkLst>
            <pc:docMk/>
            <pc:sldMk cId="45240066" sldId="266"/>
            <ac:cxnSpMk id="26" creationId="{2CE3405C-F20C-27A7-A64B-0D69AAC8B16E}"/>
          </ac:cxnSpMkLst>
        </pc:cxnChg>
        <pc:cxnChg chg="add mod">
          <ac:chgData name="osman saleem" userId="7b4c82e6e5d0bffd" providerId="LiveId" clId="{C9134538-2542-4A87-814D-FF4EEFF8D846}" dt="2024-04-25T07:58:24.475" v="1649" actId="1076"/>
          <ac:cxnSpMkLst>
            <pc:docMk/>
            <pc:sldMk cId="45240066" sldId="266"/>
            <ac:cxnSpMk id="27" creationId="{6D594305-947F-C594-DF89-8638DA77638E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8" creationId="{13223999-929E-D346-0233-0A2C8795B8C5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29" creationId="{1E740F6A-6A20-67C4-5722-45920E632185}"/>
          </ac:cxnSpMkLst>
        </pc:cxnChg>
        <pc:cxnChg chg="add mod">
          <ac:chgData name="osman saleem" userId="7b4c82e6e5d0bffd" providerId="LiveId" clId="{C9134538-2542-4A87-814D-FF4EEFF8D846}" dt="2024-04-25T07:09:50.188" v="920" actId="14100"/>
          <ac:cxnSpMkLst>
            <pc:docMk/>
            <pc:sldMk cId="45240066" sldId="266"/>
            <ac:cxnSpMk id="30" creationId="{E06078EE-0203-361C-C25C-16E98323A2D0}"/>
          </ac:cxnSpMkLst>
        </pc:cxnChg>
      </pc:sldChg>
      <pc:sldChg chg="addSp delSp modSp add mod delAnim modAnim">
        <pc:chgData name="osman saleem" userId="7b4c82e6e5d0bffd" providerId="LiveId" clId="{C9134538-2542-4A87-814D-FF4EEFF8D846}" dt="2024-04-25T09:42:39.567" v="2596"/>
        <pc:sldMkLst>
          <pc:docMk/>
          <pc:sldMk cId="76659699" sldId="267"/>
        </pc:sldMkLst>
        <pc:spChg chg="mod">
          <ac:chgData name="osman saleem" userId="7b4c82e6e5d0bffd" providerId="LiveId" clId="{C9134538-2542-4A87-814D-FF4EEFF8D846}" dt="2024-04-25T07:42:41.594" v="1297" actId="1076"/>
          <ac:spMkLst>
            <pc:docMk/>
            <pc:sldMk cId="76659699" sldId="267"/>
            <ac:spMk id="3" creationId="{50A0CE17-85F0-927F-2B2F-E071C4226ECD}"/>
          </ac:spMkLst>
        </pc:spChg>
        <pc:spChg chg="add del mod">
          <ac:chgData name="osman saleem" userId="7b4c82e6e5d0bffd" providerId="LiveId" clId="{C9134538-2542-4A87-814D-FF4EEFF8D846}" dt="2024-04-25T07:42:36.898" v="1295" actId="478"/>
          <ac:spMkLst>
            <pc:docMk/>
            <pc:sldMk cId="76659699" sldId="267"/>
            <ac:spMk id="5" creationId="{E1399589-4393-884C-C12B-60F3D9E3A514}"/>
          </ac:spMkLst>
        </pc:spChg>
        <pc:spChg chg="add del mod">
          <ac:chgData name="osman saleem" userId="7b4c82e6e5d0bffd" providerId="LiveId" clId="{C9134538-2542-4A87-814D-FF4EEFF8D846}" dt="2024-04-25T07:43:30.767" v="1314" actId="478"/>
          <ac:spMkLst>
            <pc:docMk/>
            <pc:sldMk cId="76659699" sldId="267"/>
            <ac:spMk id="6" creationId="{ECDCA249-82CA-9701-E8CF-A06DB43B4577}"/>
          </ac:spMkLst>
        </pc:spChg>
        <pc:spChg chg="add mod">
          <ac:chgData name="osman saleem" userId="7b4c82e6e5d0bffd" providerId="LiveId" clId="{C9134538-2542-4A87-814D-FF4EEFF8D846}" dt="2024-04-25T07:44:40.222" v="1432" actId="313"/>
          <ac:spMkLst>
            <pc:docMk/>
            <pc:sldMk cId="76659699" sldId="267"/>
            <ac:spMk id="7" creationId="{5B685A35-5C14-7D24-28B2-87282730BD96}"/>
          </ac:spMkLst>
        </pc:spChg>
        <pc:spChg chg="add mod">
          <ac:chgData name="osman saleem" userId="7b4c82e6e5d0bffd" providerId="LiveId" clId="{C9134538-2542-4A87-814D-FF4EEFF8D846}" dt="2024-04-25T07:48:20.946" v="1509" actId="1038"/>
          <ac:spMkLst>
            <pc:docMk/>
            <pc:sldMk cId="76659699" sldId="267"/>
            <ac:spMk id="8" creationId="{B44F287D-E840-DF19-556B-EF7C98B30B6B}"/>
          </ac:spMkLst>
        </pc:spChg>
        <pc:spChg chg="add mod">
          <ac:chgData name="osman saleem" userId="7b4c82e6e5d0bffd" providerId="LiveId" clId="{C9134538-2542-4A87-814D-FF4EEFF8D846}" dt="2024-04-25T07:45:39.848" v="1452" actId="20577"/>
          <ac:spMkLst>
            <pc:docMk/>
            <pc:sldMk cId="76659699" sldId="267"/>
            <ac:spMk id="9" creationId="{E1BAE5A9-D19E-4AE6-4A4F-E4776E96081B}"/>
          </ac:spMkLst>
        </pc:spChg>
        <pc:spChg chg="add mod">
          <ac:chgData name="osman saleem" userId="7b4c82e6e5d0bffd" providerId="LiveId" clId="{C9134538-2542-4A87-814D-FF4EEFF8D846}" dt="2024-04-25T07:45:47.476" v="1456" actId="20577"/>
          <ac:spMkLst>
            <pc:docMk/>
            <pc:sldMk cId="76659699" sldId="267"/>
            <ac:spMk id="10" creationId="{02329AAF-A8A4-1EA4-2A42-8EC795D2C777}"/>
          </ac:spMkLst>
        </pc:spChg>
        <pc:spChg chg="add mod">
          <ac:chgData name="osman saleem" userId="7b4c82e6e5d0bffd" providerId="LiveId" clId="{C9134538-2542-4A87-814D-FF4EEFF8D846}" dt="2024-04-25T07:49:08.819" v="1518" actId="1036"/>
          <ac:spMkLst>
            <pc:docMk/>
            <pc:sldMk cId="76659699" sldId="267"/>
            <ac:spMk id="11" creationId="{0607E96F-ACD0-BC6E-D482-66A8404EF0F7}"/>
          </ac:spMkLst>
        </pc:spChg>
        <pc:spChg chg="add mod">
          <ac:chgData name="osman saleem" userId="7b4c82e6e5d0bffd" providerId="LiveId" clId="{C9134538-2542-4A87-814D-FF4EEFF8D846}" dt="2024-04-25T07:49:12.412" v="1529" actId="1038"/>
          <ac:spMkLst>
            <pc:docMk/>
            <pc:sldMk cId="76659699" sldId="267"/>
            <ac:spMk id="12" creationId="{1C5D7445-D4B5-CA98-3BD8-6104673D4B40}"/>
          </ac:spMkLst>
        </pc:spChg>
        <pc:spChg chg="add mod">
          <ac:chgData name="osman saleem" userId="7b4c82e6e5d0bffd" providerId="LiveId" clId="{C9134538-2542-4A87-814D-FF4EEFF8D846}" dt="2024-04-25T07:49:15.741" v="1536" actId="1035"/>
          <ac:spMkLst>
            <pc:docMk/>
            <pc:sldMk cId="76659699" sldId="267"/>
            <ac:spMk id="13" creationId="{F4632B91-5891-3F74-83AA-B338516C4BEB}"/>
          </ac:spMkLst>
        </pc:spChg>
        <pc:spChg chg="add mod">
          <ac:chgData name="osman saleem" userId="7b4c82e6e5d0bffd" providerId="LiveId" clId="{C9134538-2542-4A87-814D-FF4EEFF8D846}" dt="2024-04-25T07:47:25.052" v="1500" actId="20577"/>
          <ac:spMkLst>
            <pc:docMk/>
            <pc:sldMk cId="76659699" sldId="267"/>
            <ac:spMk id="14" creationId="{4E808452-4E38-8D21-5338-2E96BFED9595}"/>
          </ac:spMkLst>
        </pc:spChg>
        <pc:spChg chg="add mod">
          <ac:chgData name="osman saleem" userId="7b4c82e6e5d0bffd" providerId="LiveId" clId="{C9134538-2542-4A87-814D-FF4EEFF8D846}" dt="2024-04-25T07:47:42.980" v="1502" actId="1076"/>
          <ac:spMkLst>
            <pc:docMk/>
            <pc:sldMk cId="76659699" sldId="267"/>
            <ac:spMk id="15" creationId="{8EE7476C-7419-5192-A7A6-328F8D2698DE}"/>
          </ac:spMkLst>
        </pc:spChg>
        <pc:spChg chg="add mod">
          <ac:chgData name="osman saleem" userId="7b4c82e6e5d0bffd" providerId="LiveId" clId="{C9134538-2542-4A87-814D-FF4EEFF8D846}" dt="2024-04-25T07:48:07.392" v="1506" actId="1076"/>
          <ac:spMkLst>
            <pc:docMk/>
            <pc:sldMk cId="76659699" sldId="267"/>
            <ac:spMk id="16" creationId="{94ACA291-7B51-3D5C-02B5-0FAA97F07328}"/>
          </ac:spMkLst>
        </pc:spChg>
        <pc:spChg chg="add mod">
          <ac:chgData name="osman saleem" userId="7b4c82e6e5d0bffd" providerId="LiveId" clId="{C9134538-2542-4A87-814D-FF4EEFF8D846}" dt="2024-04-25T07:48:14.337" v="1508" actId="1076"/>
          <ac:spMkLst>
            <pc:docMk/>
            <pc:sldMk cId="76659699" sldId="267"/>
            <ac:spMk id="17" creationId="{F1D3CEEA-012E-A46E-A0D4-253D4F89F0DF}"/>
          </ac:spMkLst>
        </pc:spChg>
        <pc:spChg chg="add mod">
          <ac:chgData name="osman saleem" userId="7b4c82e6e5d0bffd" providerId="LiveId" clId="{C9134538-2542-4A87-814D-FF4EEFF8D846}" dt="2024-04-25T07:49:33.706" v="1580" actId="1037"/>
          <ac:spMkLst>
            <pc:docMk/>
            <pc:sldMk cId="76659699" sldId="267"/>
            <ac:spMk id="18" creationId="{DEDCF96D-740C-F21E-AA6F-310F80723199}"/>
          </ac:spMkLst>
        </pc:spChg>
        <pc:spChg chg="add mod">
          <ac:chgData name="osman saleem" userId="7b4c82e6e5d0bffd" providerId="LiveId" clId="{C9134538-2542-4A87-814D-FF4EEFF8D846}" dt="2024-04-25T07:50:01.877" v="1586" actId="1037"/>
          <ac:spMkLst>
            <pc:docMk/>
            <pc:sldMk cId="76659699" sldId="267"/>
            <ac:spMk id="19" creationId="{A892241A-0114-CC57-6FF9-69639823D492}"/>
          </ac:spMkLst>
        </pc:spChg>
        <pc:spChg chg="add mod">
          <ac:chgData name="osman saleem" userId="7b4c82e6e5d0bffd" providerId="LiveId" clId="{C9134538-2542-4A87-814D-FF4EEFF8D846}" dt="2024-04-25T07:50:35.500" v="1590" actId="20577"/>
          <ac:spMkLst>
            <pc:docMk/>
            <pc:sldMk cId="76659699" sldId="267"/>
            <ac:spMk id="20" creationId="{F453C433-5496-B107-30B1-5FBE2FB78F69}"/>
          </ac:spMkLst>
        </pc:spChg>
        <pc:spChg chg="add mod">
          <ac:chgData name="osman saleem" userId="7b4c82e6e5d0bffd" providerId="LiveId" clId="{C9134538-2542-4A87-814D-FF4EEFF8D846}" dt="2024-04-25T07:51:03.373" v="1604" actId="20577"/>
          <ac:spMkLst>
            <pc:docMk/>
            <pc:sldMk cId="76659699" sldId="267"/>
            <ac:spMk id="21" creationId="{9BB617A3-9B50-3495-AC47-AEE0FBFB6ED0}"/>
          </ac:spMkLst>
        </pc:spChg>
        <pc:spChg chg="add mod">
          <ac:chgData name="osman saleem" userId="7b4c82e6e5d0bffd" providerId="LiveId" clId="{C9134538-2542-4A87-814D-FF4EEFF8D846}" dt="2024-04-25T08:34:27.005" v="1724" actId="20577"/>
          <ac:spMkLst>
            <pc:docMk/>
            <pc:sldMk cId="76659699" sldId="267"/>
            <ac:spMk id="22" creationId="{C0D737BB-FDBD-5C72-3986-8372CD9E7EBC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33" creationId="{28B8F295-E4AD-0A91-7879-4820170D1927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34" creationId="{6C667A92-3512-61E9-BFE9-E1FB6F564353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35" creationId="{BDD8EF7E-F272-98C9-58BB-10E6BCAEA631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36" creationId="{96A3F063-772F-6F24-9312-76D43E827553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3" creationId="{F8EC1F66-44A8-7973-2595-27C808E6D010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4" creationId="{5B17C23C-663A-1B59-81DE-43B7D286E082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5" creationId="{62249664-36D3-89A2-E4C2-70A331AEBBEB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6" creationId="{1DFA401D-B899-B380-67E5-294EBB62CB08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7" creationId="{ACEC2793-08AF-82E3-E26A-B9D83A3835A4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48" creationId="{076C0B02-4913-65E8-4B00-A3F2CC089551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4" creationId="{30D0C75F-5CA8-C138-3BB4-2B07AADE587C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5" creationId="{82A4FD7A-5FB2-8BDD-15DE-CB43F54A65E8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6" creationId="{E7872447-BDC9-8C0A-2F77-8E3DFA04B429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7" creationId="{5C84E9E1-10B5-2AD3-5C5E-AE4A3FEF049E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8" creationId="{D8AFB453-ED02-ED55-D2C2-7F034B0BB4ED}"/>
          </ac:spMkLst>
        </pc:spChg>
        <pc:spChg chg="mod">
          <ac:chgData name="osman saleem" userId="7b4c82e6e5d0bffd" providerId="LiveId" clId="{C9134538-2542-4A87-814D-FF4EEFF8D846}" dt="2024-04-25T07:44:48.457" v="1433" actId="1076"/>
          <ac:spMkLst>
            <pc:docMk/>
            <pc:sldMk cId="76659699" sldId="267"/>
            <ac:spMk id="59" creationId="{378D9F40-CCB1-E873-2BC5-18DDA87F8FB0}"/>
          </ac:spMkLst>
        </pc:spChg>
        <pc:spChg chg="mod">
          <ac:chgData name="osman saleem" userId="7b4c82e6e5d0bffd" providerId="LiveId" clId="{C9134538-2542-4A87-814D-FF4EEFF8D846}" dt="2024-04-25T07:42:44.876" v="1299" actId="1076"/>
          <ac:spMkLst>
            <pc:docMk/>
            <pc:sldMk cId="76659699" sldId="267"/>
            <ac:spMk id="75" creationId="{C76DE2EB-AD96-8884-D2BF-CB7C1C15890B}"/>
          </ac:spMkLst>
        </pc:spChg>
        <pc:spChg chg="del">
          <ac:chgData name="osman saleem" userId="7b4c82e6e5d0bffd" providerId="LiveId" clId="{C9134538-2542-4A87-814D-FF4EEFF8D846}" dt="2024-04-25T07:42:34.670" v="1294" actId="478"/>
          <ac:spMkLst>
            <pc:docMk/>
            <pc:sldMk cId="76659699" sldId="267"/>
            <ac:spMk id="76" creationId="{106F4AA8-DB89-BE23-E910-61420744985E}"/>
          </ac:spMkLst>
        </pc:sp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64" creationId="{B50EA89A-EE61-C4EA-9DA6-89C8BCAF98C8}"/>
          </ac:picMkLst>
        </pc:pic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66" creationId="{026E3280-8078-7EB7-704C-25FEAA4D3F20}"/>
          </ac:picMkLst>
        </pc:pic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68" creationId="{E6C4A3EA-7477-82EA-E199-1ED8ECDE2E87}"/>
          </ac:picMkLst>
        </pc:pic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70" creationId="{12A7C625-2A26-57D1-FD64-86781328B940}"/>
          </ac:picMkLst>
        </pc:pic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71" creationId="{FA0249C5-6AC3-4EB7-AAD4-ADAE80832ADC}"/>
          </ac:picMkLst>
        </pc:picChg>
        <pc:picChg chg="mod">
          <ac:chgData name="osman saleem" userId="7b4c82e6e5d0bffd" providerId="LiveId" clId="{C9134538-2542-4A87-814D-FF4EEFF8D846}" dt="2024-04-25T07:44:48.457" v="1433" actId="1076"/>
          <ac:picMkLst>
            <pc:docMk/>
            <pc:sldMk cId="76659699" sldId="267"/>
            <ac:picMk id="72" creationId="{BB82E24C-3B91-AEC1-60B8-FDF1133638C3}"/>
          </ac:picMkLst>
        </pc:pic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37" creationId="{B7227861-F0E6-0D2F-8496-293BD30F2E62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38" creationId="{D394FD2E-38EF-9310-77BD-D5D688B9AA11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39" creationId="{78CF9A02-A9E0-E03D-CA77-191513DF7394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40" creationId="{07487A41-3DD0-FD00-79AE-CF98358F6387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41" creationId="{66E7EB58-3C55-738F-CE1E-81B1324F6CDE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42" creationId="{24E5D44A-83A2-9C73-874C-31BD220D493C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49" creationId="{0C7192BD-A949-3938-5D50-76A13BE552D3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50" creationId="{0516CC2B-1B22-4F15-519A-93D019816150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51" creationId="{18F427DC-E8B4-7D80-C6B7-C48FE3C275EB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52" creationId="{910CB665-208D-860B-AE5F-43188DDBA9D7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53" creationId="{F9E2BA28-6473-D644-FECE-F86672DF5176}"/>
          </ac:cxnSpMkLst>
        </pc:cxnChg>
        <pc:cxnChg chg="mod">
          <ac:chgData name="osman saleem" userId="7b4c82e6e5d0bffd" providerId="LiveId" clId="{C9134538-2542-4A87-814D-FF4EEFF8D846}" dt="2024-04-25T07:44:48.457" v="1433" actId="1076"/>
          <ac:cxnSpMkLst>
            <pc:docMk/>
            <pc:sldMk cId="76659699" sldId="267"/>
            <ac:cxnSpMk id="60" creationId="{BD4B3E7B-6181-F56E-1DCE-12E2490DFC10}"/>
          </ac:cxnSpMkLst>
        </pc:cxnChg>
      </pc:sldChg>
      <pc:sldChg chg="addSp delSp modSp add mod setBg delAnim modAnim">
        <pc:chgData name="osman saleem" userId="7b4c82e6e5d0bffd" providerId="LiveId" clId="{C9134538-2542-4A87-814D-FF4EEFF8D846}" dt="2024-04-25T09:16:49.145" v="2220" actId="20577"/>
        <pc:sldMkLst>
          <pc:docMk/>
          <pc:sldMk cId="1688490636" sldId="268"/>
        </pc:sldMkLst>
        <pc:spChg chg="mod ord">
          <ac:chgData name="osman saleem" userId="7b4c82e6e5d0bffd" providerId="LiveId" clId="{C9134538-2542-4A87-814D-FF4EEFF8D846}" dt="2024-04-25T08:45:44.377" v="1768" actId="26606"/>
          <ac:spMkLst>
            <pc:docMk/>
            <pc:sldMk cId="1688490636" sldId="268"/>
            <ac:spMk id="2" creationId="{63B28B81-C497-F7E1-555B-8ADC7C065741}"/>
          </ac:spMkLst>
        </pc:spChg>
        <pc:spChg chg="mod">
          <ac:chgData name="osman saleem" userId="7b4c82e6e5d0bffd" providerId="LiveId" clId="{C9134538-2542-4A87-814D-FF4EEFF8D846}" dt="2024-04-25T09:16:49.145" v="2220" actId="20577"/>
          <ac:spMkLst>
            <pc:docMk/>
            <pc:sldMk cId="1688490636" sldId="268"/>
            <ac:spMk id="3" creationId="{50A0CE17-85F0-927F-2B2F-E071C4226ECD}"/>
          </ac:spMkLst>
        </pc:spChg>
        <pc:spChg chg="add del mod">
          <ac:chgData name="osman saleem" userId="7b4c82e6e5d0bffd" providerId="LiveId" clId="{C9134538-2542-4A87-814D-FF4EEFF8D846}" dt="2024-04-25T08:41:17.012" v="1751" actId="478"/>
          <ac:spMkLst>
            <pc:docMk/>
            <pc:sldMk cId="1688490636" sldId="268"/>
            <ac:spMk id="5" creationId="{BCA6128F-EEDA-0A87-EBA1-C73573CFB865}"/>
          </ac:spMkLst>
        </pc:spChg>
        <pc:spChg chg="del">
          <ac:chgData name="osman saleem" userId="7b4c82e6e5d0bffd" providerId="LiveId" clId="{C9134538-2542-4A87-814D-FF4EEFF8D846}" dt="2024-04-25T08:39:04.547" v="1749" actId="478"/>
          <ac:spMkLst>
            <pc:docMk/>
            <pc:sldMk cId="1688490636" sldId="268"/>
            <ac:spMk id="7" creationId="{5B685A35-5C14-7D24-28B2-87282730BD96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8" creationId="{B44F287D-E840-DF19-556B-EF7C98B30B6B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9" creationId="{E1BAE5A9-D19E-4AE6-4A4F-E4776E96081B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0" creationId="{02329AAF-A8A4-1EA4-2A42-8EC795D2C777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1" creationId="{0607E96F-ACD0-BC6E-D482-66A8404EF0F7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2" creationId="{1C5D7445-D4B5-CA98-3BD8-6104673D4B40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3" creationId="{F4632B91-5891-3F74-83AA-B338516C4BEB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4" creationId="{4E808452-4E38-8D21-5338-2E96BFED9595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5" creationId="{8EE7476C-7419-5192-A7A6-328F8D2698DE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6" creationId="{94ACA291-7B51-3D5C-02B5-0FAA97F07328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7" creationId="{F1D3CEEA-012E-A46E-A0D4-253D4F89F0DF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8" creationId="{DEDCF96D-740C-F21E-AA6F-310F80723199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19" creationId="{A892241A-0114-CC57-6FF9-69639823D492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20" creationId="{F453C433-5496-B107-30B1-5FBE2FB78F69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21" creationId="{9BB617A3-9B50-3495-AC47-AEE0FBFB6ED0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22" creationId="{C0D737BB-FDBD-5C72-3986-8372CD9E7EBC}"/>
          </ac:spMkLst>
        </pc:spChg>
        <pc:spChg chg="add del mod">
          <ac:chgData name="osman saleem" userId="7b4c82e6e5d0bffd" providerId="LiveId" clId="{C9134538-2542-4A87-814D-FF4EEFF8D846}" dt="2024-04-25T08:41:27.291" v="1752" actId="478"/>
          <ac:spMkLst>
            <pc:docMk/>
            <pc:sldMk cId="1688490636" sldId="268"/>
            <ac:spMk id="23" creationId="{E1919089-1616-40C2-CBFD-287A8FD02AA1}"/>
          </ac:spMkLst>
        </pc:spChg>
        <pc:spChg chg="add mod">
          <ac:chgData name="osman saleem" userId="7b4c82e6e5d0bffd" providerId="LiveId" clId="{C9134538-2542-4A87-814D-FF4EEFF8D846}" dt="2024-04-25T08:48:40.684" v="1795" actId="20577"/>
          <ac:spMkLst>
            <pc:docMk/>
            <pc:sldMk cId="1688490636" sldId="268"/>
            <ac:spMk id="24" creationId="{6A18B72C-EFBF-82DA-A0A4-F315A952EB71}"/>
          </ac:spMkLst>
        </pc:spChg>
        <pc:spChg chg="add del">
          <ac:chgData name="osman saleem" userId="7b4c82e6e5d0bffd" providerId="LiveId" clId="{C9134538-2542-4A87-814D-FF4EEFF8D846}" dt="2024-04-25T08:45:44.377" v="1768" actId="26606"/>
          <ac:spMkLst>
            <pc:docMk/>
            <pc:sldMk cId="1688490636" sldId="268"/>
            <ac:spMk id="30" creationId="{F13C74B1-5B17-4795-BED0-7140497B445A}"/>
          </ac:spMkLst>
        </pc:spChg>
        <pc:spChg chg="add del">
          <ac:chgData name="osman saleem" userId="7b4c82e6e5d0bffd" providerId="LiveId" clId="{C9134538-2542-4A87-814D-FF4EEFF8D846}" dt="2024-04-25T08:45:44.377" v="1768" actId="26606"/>
          <ac:spMkLst>
            <pc:docMk/>
            <pc:sldMk cId="1688490636" sldId="268"/>
            <ac:spMk id="32" creationId="{D4974D33-8DC5-464E-8C6D-BE58F0669C17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33" creationId="{28B8F295-E4AD-0A91-7879-4820170D1927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34" creationId="{6C667A92-3512-61E9-BFE9-E1FB6F564353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35" creationId="{BDD8EF7E-F272-98C9-58BB-10E6BCAEA631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36" creationId="{96A3F063-772F-6F24-9312-76D43E827553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3" creationId="{F8EC1F66-44A8-7973-2595-27C808E6D010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4" creationId="{5B17C23C-663A-1B59-81DE-43B7D286E082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5" creationId="{62249664-36D3-89A2-E4C2-70A331AEBBEB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6" creationId="{1DFA401D-B899-B380-67E5-294EBB62CB08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7" creationId="{ACEC2793-08AF-82E3-E26A-B9D83A3835A4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48" creationId="{076C0B02-4913-65E8-4B00-A3F2CC089551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4" creationId="{30D0C75F-5CA8-C138-3BB4-2B07AADE587C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5" creationId="{82A4FD7A-5FB2-8BDD-15DE-CB43F54A65E8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6" creationId="{E7872447-BDC9-8C0A-2F77-8E3DFA04B429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7" creationId="{5C84E9E1-10B5-2AD3-5C5E-AE4A3FEF049E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8" creationId="{D8AFB453-ED02-ED55-D2C2-7F034B0BB4ED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59" creationId="{378D9F40-CCB1-E873-2BC5-18DDA87F8FB0}"/>
          </ac:spMkLst>
        </pc:spChg>
        <pc:spChg chg="del">
          <ac:chgData name="osman saleem" userId="7b4c82e6e5d0bffd" providerId="LiveId" clId="{C9134538-2542-4A87-814D-FF4EEFF8D846}" dt="2024-04-25T08:38:58.989" v="1748" actId="478"/>
          <ac:spMkLst>
            <pc:docMk/>
            <pc:sldMk cId="1688490636" sldId="268"/>
            <ac:spMk id="75" creationId="{C76DE2EB-AD96-8884-D2BF-CB7C1C15890B}"/>
          </ac:spMkLst>
        </pc:spChg>
        <pc:picChg chg="add mod">
          <ac:chgData name="osman saleem" userId="7b4c82e6e5d0bffd" providerId="LiveId" clId="{C9134538-2542-4A87-814D-FF4EEFF8D846}" dt="2024-04-25T08:46:04.822" v="1777" actId="14100"/>
          <ac:picMkLst>
            <pc:docMk/>
            <pc:sldMk cId="1688490636" sldId="268"/>
            <ac:picMk id="25" creationId="{AFF224A5-B1D9-5996-AFBD-6B9F29BCEC43}"/>
          </ac:picMkLst>
        </pc:picChg>
        <pc:picChg chg="add mod">
          <ac:chgData name="osman saleem" userId="7b4c82e6e5d0bffd" providerId="LiveId" clId="{C9134538-2542-4A87-814D-FF4EEFF8D846}" dt="2024-04-25T09:01:17.404" v="1812" actId="1035"/>
          <ac:picMkLst>
            <pc:docMk/>
            <pc:sldMk cId="1688490636" sldId="268"/>
            <ac:picMk id="27" creationId="{BBF96631-48D7-8B10-F985-08D9C9A7046E}"/>
          </ac:picMkLst>
        </pc:picChg>
        <pc:picChg chg="add del">
          <ac:chgData name="osman saleem" userId="7b4c82e6e5d0bffd" providerId="LiveId" clId="{C9134538-2542-4A87-814D-FF4EEFF8D846}" dt="2024-04-25T09:01:23.066" v="1814" actId="22"/>
          <ac:picMkLst>
            <pc:docMk/>
            <pc:sldMk cId="1688490636" sldId="268"/>
            <ac:picMk id="29" creationId="{1040FA4A-7616-30AF-3010-5A64126C7DB0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64" creationId="{B50EA89A-EE61-C4EA-9DA6-89C8BCAF98C8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66" creationId="{026E3280-8078-7EB7-704C-25FEAA4D3F20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68" creationId="{E6C4A3EA-7477-82EA-E199-1ED8ECDE2E87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70" creationId="{12A7C625-2A26-57D1-FD64-86781328B940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71" creationId="{FA0249C5-6AC3-4EB7-AAD4-ADAE80832ADC}"/>
          </ac:picMkLst>
        </pc:picChg>
        <pc:picChg chg="del">
          <ac:chgData name="osman saleem" userId="7b4c82e6e5d0bffd" providerId="LiveId" clId="{C9134538-2542-4A87-814D-FF4EEFF8D846}" dt="2024-04-25T08:38:58.989" v="1748" actId="478"/>
          <ac:picMkLst>
            <pc:docMk/>
            <pc:sldMk cId="1688490636" sldId="268"/>
            <ac:picMk id="72" creationId="{BB82E24C-3B91-AEC1-60B8-FDF1133638C3}"/>
          </ac:picMkLst>
        </pc:pic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37" creationId="{B7227861-F0E6-0D2F-8496-293BD30F2E62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38" creationId="{D394FD2E-38EF-9310-77BD-D5D688B9AA11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39" creationId="{78CF9A02-A9E0-E03D-CA77-191513DF7394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40" creationId="{07487A41-3DD0-FD00-79AE-CF98358F6387}"/>
          </ac:cxnSpMkLst>
        </pc:cxnChg>
        <pc:cxnChg chg="del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41" creationId="{66E7EB58-3C55-738F-CE1E-81B1324F6CDE}"/>
          </ac:cxnSpMkLst>
        </pc:cxnChg>
        <pc:cxnChg chg="del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42" creationId="{24E5D44A-83A2-9C73-874C-31BD220D493C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49" creationId="{0C7192BD-A949-3938-5D50-76A13BE552D3}"/>
          </ac:cxnSpMkLst>
        </pc:cxnChg>
        <pc:cxnChg chg="del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50" creationId="{0516CC2B-1B22-4F15-519A-93D019816150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51" creationId="{18F427DC-E8B4-7D80-C6B7-C48FE3C275EB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52" creationId="{910CB665-208D-860B-AE5F-43188DDBA9D7}"/>
          </ac:cxnSpMkLst>
        </pc:cxnChg>
        <pc:cxnChg chg="del mod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53" creationId="{F9E2BA28-6473-D644-FECE-F86672DF5176}"/>
          </ac:cxnSpMkLst>
        </pc:cxnChg>
        <pc:cxnChg chg="del">
          <ac:chgData name="osman saleem" userId="7b4c82e6e5d0bffd" providerId="LiveId" clId="{C9134538-2542-4A87-814D-FF4EEFF8D846}" dt="2024-04-25T08:38:58.989" v="1748" actId="478"/>
          <ac:cxnSpMkLst>
            <pc:docMk/>
            <pc:sldMk cId="1688490636" sldId="268"/>
            <ac:cxnSpMk id="60" creationId="{BD4B3E7B-6181-F56E-1DCE-12E2490DFC10}"/>
          </ac:cxnSpMkLst>
        </pc:cxnChg>
      </pc:sldChg>
      <pc:sldChg chg="add del">
        <pc:chgData name="osman saleem" userId="7b4c82e6e5d0bffd" providerId="LiveId" clId="{C9134538-2542-4A87-814D-FF4EEFF8D846}" dt="2024-04-25T08:59:10.785" v="1798" actId="47"/>
        <pc:sldMkLst>
          <pc:docMk/>
          <pc:sldMk cId="2841186128" sldId="269"/>
        </pc:sldMkLst>
      </pc:sldChg>
      <pc:sldChg chg="addSp delSp modSp add mod delAnim modAnim">
        <pc:chgData name="osman saleem" userId="7b4c82e6e5d0bffd" providerId="LiveId" clId="{C9134538-2542-4A87-814D-FF4EEFF8D846}" dt="2024-04-25T09:17:40.524" v="2251" actId="20577"/>
        <pc:sldMkLst>
          <pc:docMk/>
          <pc:sldMk cId="2937359091" sldId="269"/>
        </pc:sldMkLst>
        <pc:spChg chg="mod">
          <ac:chgData name="osman saleem" userId="7b4c82e6e5d0bffd" providerId="LiveId" clId="{C9134538-2542-4A87-814D-FF4EEFF8D846}" dt="2024-04-25T09:17:40.524" v="2251" actId="20577"/>
          <ac:spMkLst>
            <pc:docMk/>
            <pc:sldMk cId="2937359091" sldId="269"/>
            <ac:spMk id="3" creationId="{50A0CE17-85F0-927F-2B2F-E071C4226ECD}"/>
          </ac:spMkLst>
        </pc:spChg>
        <pc:spChg chg="add mod">
          <ac:chgData name="osman saleem" userId="7b4c82e6e5d0bffd" providerId="LiveId" clId="{C9134538-2542-4A87-814D-FF4EEFF8D846}" dt="2024-04-25T09:08:25.591" v="1960" actId="1036"/>
          <ac:spMkLst>
            <pc:docMk/>
            <pc:sldMk cId="2937359091" sldId="269"/>
            <ac:spMk id="4" creationId="{2F7EF2F6-1F94-FF9B-5DAF-49112878EFFC}"/>
          </ac:spMkLst>
        </pc:spChg>
        <pc:spChg chg="add mod">
          <ac:chgData name="osman saleem" userId="7b4c82e6e5d0bffd" providerId="LiveId" clId="{C9134538-2542-4A87-814D-FF4EEFF8D846}" dt="2024-04-25T09:08:25.591" v="1960" actId="1036"/>
          <ac:spMkLst>
            <pc:docMk/>
            <pc:sldMk cId="2937359091" sldId="269"/>
            <ac:spMk id="5" creationId="{CFDC6AD7-1C46-9999-881A-92EFC4678F2D}"/>
          </ac:spMkLst>
        </pc:spChg>
        <pc:spChg chg="add mod">
          <ac:chgData name="osman saleem" userId="7b4c82e6e5d0bffd" providerId="LiveId" clId="{C9134538-2542-4A87-814D-FF4EEFF8D846}" dt="2024-04-25T09:08:25.591" v="1960" actId="1036"/>
          <ac:spMkLst>
            <pc:docMk/>
            <pc:sldMk cId="2937359091" sldId="269"/>
            <ac:spMk id="6" creationId="{15256A7C-B1EC-E469-FAB9-BB2D78F7AACA}"/>
          </ac:spMkLst>
        </pc:spChg>
        <pc:spChg chg="add mod">
          <ac:chgData name="osman saleem" userId="7b4c82e6e5d0bffd" providerId="LiveId" clId="{C9134538-2542-4A87-814D-FF4EEFF8D846}" dt="2024-04-25T09:08:25.591" v="1960" actId="1036"/>
          <ac:spMkLst>
            <pc:docMk/>
            <pc:sldMk cId="2937359091" sldId="269"/>
            <ac:spMk id="7" creationId="{FEBB6032-2C0B-111E-2F89-76415720D1CE}"/>
          </ac:spMkLst>
        </pc:spChg>
        <pc:spChg chg="mod">
          <ac:chgData name="osman saleem" userId="7b4c82e6e5d0bffd" providerId="LiveId" clId="{C9134538-2542-4A87-814D-FF4EEFF8D846}" dt="2024-04-25T09:08:29.877" v="1963" actId="1036"/>
          <ac:spMkLst>
            <pc:docMk/>
            <pc:sldMk cId="2937359091" sldId="269"/>
            <ac:spMk id="24" creationId="{6A18B72C-EFBF-82DA-A0A4-F315A952EB71}"/>
          </ac:spMkLst>
        </pc:spChg>
        <pc:picChg chg="del">
          <ac:chgData name="osman saleem" userId="7b4c82e6e5d0bffd" providerId="LiveId" clId="{C9134538-2542-4A87-814D-FF4EEFF8D846}" dt="2024-04-25T09:02:51.155" v="1867" actId="478"/>
          <ac:picMkLst>
            <pc:docMk/>
            <pc:sldMk cId="2937359091" sldId="269"/>
            <ac:picMk id="25" creationId="{AFF224A5-B1D9-5996-AFBD-6B9F29BCEC43}"/>
          </ac:picMkLst>
        </pc:picChg>
        <pc:picChg chg="del">
          <ac:chgData name="osman saleem" userId="7b4c82e6e5d0bffd" providerId="LiveId" clId="{C9134538-2542-4A87-814D-FF4EEFF8D846}" dt="2024-04-25T09:03:19.515" v="1869" actId="478"/>
          <ac:picMkLst>
            <pc:docMk/>
            <pc:sldMk cId="2937359091" sldId="269"/>
            <ac:picMk id="27" creationId="{BBF96631-48D7-8B10-F985-08D9C9A7046E}"/>
          </ac:picMkLst>
        </pc:picChg>
        <pc:cxnChg chg="add mod">
          <ac:chgData name="osman saleem" userId="7b4c82e6e5d0bffd" providerId="LiveId" clId="{C9134538-2542-4A87-814D-FF4EEFF8D846}" dt="2024-04-25T09:08:25.591" v="1960" actId="1036"/>
          <ac:cxnSpMkLst>
            <pc:docMk/>
            <pc:sldMk cId="2937359091" sldId="269"/>
            <ac:cxnSpMk id="8" creationId="{6B046E4B-5667-B122-82EC-C8CD63B373DC}"/>
          </ac:cxnSpMkLst>
        </pc:cxnChg>
        <pc:cxnChg chg="add mod">
          <ac:chgData name="osman saleem" userId="7b4c82e6e5d0bffd" providerId="LiveId" clId="{C9134538-2542-4A87-814D-FF4EEFF8D846}" dt="2024-04-25T09:08:25.591" v="1960" actId="1036"/>
          <ac:cxnSpMkLst>
            <pc:docMk/>
            <pc:sldMk cId="2937359091" sldId="269"/>
            <ac:cxnSpMk id="9" creationId="{C517ED74-AC25-0E96-C77A-BBB43DDC474D}"/>
          </ac:cxnSpMkLst>
        </pc:cxnChg>
        <pc:cxnChg chg="add mod">
          <ac:chgData name="osman saleem" userId="7b4c82e6e5d0bffd" providerId="LiveId" clId="{C9134538-2542-4A87-814D-FF4EEFF8D846}" dt="2024-04-25T09:08:25.591" v="1960" actId="1036"/>
          <ac:cxnSpMkLst>
            <pc:docMk/>
            <pc:sldMk cId="2937359091" sldId="269"/>
            <ac:cxnSpMk id="10" creationId="{C012CAAE-C433-5120-6E1E-81E27CBD0BDD}"/>
          </ac:cxnSpMkLst>
        </pc:cxnChg>
      </pc:sldChg>
      <pc:sldChg chg="modSp add mod modAnim">
        <pc:chgData name="osman saleem" userId="7b4c82e6e5d0bffd" providerId="LiveId" clId="{C9134538-2542-4A87-814D-FF4EEFF8D846}" dt="2024-04-25T09:17:03.614" v="2239" actId="20577"/>
        <pc:sldMkLst>
          <pc:docMk/>
          <pc:sldMk cId="4262264229" sldId="270"/>
        </pc:sldMkLst>
        <pc:spChg chg="mod">
          <ac:chgData name="osman saleem" userId="7b4c82e6e5d0bffd" providerId="LiveId" clId="{C9134538-2542-4A87-814D-FF4EEFF8D846}" dt="2024-04-25T09:17:03.614" v="2239" actId="20577"/>
          <ac:spMkLst>
            <pc:docMk/>
            <pc:sldMk cId="4262264229" sldId="270"/>
            <ac:spMk id="3" creationId="{50A0CE17-85F0-927F-2B2F-E071C4226ECD}"/>
          </ac:spMkLst>
        </pc:spChg>
        <pc:spChg chg="mod">
          <ac:chgData name="osman saleem" userId="7b4c82e6e5d0bffd" providerId="LiveId" clId="{C9134538-2542-4A87-814D-FF4EEFF8D846}" dt="2024-04-25T09:10:30.005" v="2004"/>
          <ac:spMkLst>
            <pc:docMk/>
            <pc:sldMk cId="4262264229" sldId="270"/>
            <ac:spMk id="4" creationId="{2F7EF2F6-1F94-FF9B-5DAF-49112878EFFC}"/>
          </ac:spMkLst>
        </pc:spChg>
        <pc:spChg chg="mod">
          <ac:chgData name="osman saleem" userId="7b4c82e6e5d0bffd" providerId="LiveId" clId="{C9134538-2542-4A87-814D-FF4EEFF8D846}" dt="2024-04-25T09:10:46.001" v="2007" actId="14100"/>
          <ac:spMkLst>
            <pc:docMk/>
            <pc:sldMk cId="4262264229" sldId="270"/>
            <ac:spMk id="5" creationId="{CFDC6AD7-1C46-9999-881A-92EFC4678F2D}"/>
          </ac:spMkLst>
        </pc:spChg>
        <pc:spChg chg="mod">
          <ac:chgData name="osman saleem" userId="7b4c82e6e5d0bffd" providerId="LiveId" clId="{C9134538-2542-4A87-814D-FF4EEFF8D846}" dt="2024-04-25T09:10:53.201" v="2009" actId="14100"/>
          <ac:spMkLst>
            <pc:docMk/>
            <pc:sldMk cId="4262264229" sldId="270"/>
            <ac:spMk id="6" creationId="{15256A7C-B1EC-E469-FAB9-BB2D78F7AACA}"/>
          </ac:spMkLst>
        </pc:spChg>
        <pc:spChg chg="mod">
          <ac:chgData name="osman saleem" userId="7b4c82e6e5d0bffd" providerId="LiveId" clId="{C9134538-2542-4A87-814D-FF4EEFF8D846}" dt="2024-04-25T09:11:00.002" v="2011" actId="14100"/>
          <ac:spMkLst>
            <pc:docMk/>
            <pc:sldMk cId="4262264229" sldId="270"/>
            <ac:spMk id="7" creationId="{FEBB6032-2C0B-111E-2F89-76415720D1CE}"/>
          </ac:spMkLst>
        </pc:spChg>
        <pc:spChg chg="mod">
          <ac:chgData name="osman saleem" userId="7b4c82e6e5d0bffd" providerId="LiveId" clId="{C9134538-2542-4A87-814D-FF4EEFF8D846}" dt="2024-04-25T09:11:27.104" v="2013" actId="20577"/>
          <ac:spMkLst>
            <pc:docMk/>
            <pc:sldMk cId="4262264229" sldId="270"/>
            <ac:spMk id="24" creationId="{6A18B72C-EFBF-82DA-A0A4-F315A952EB71}"/>
          </ac:spMkLst>
        </pc:spChg>
        <pc:cxnChg chg="mod">
          <ac:chgData name="osman saleem" userId="7b4c82e6e5d0bffd" providerId="LiveId" clId="{C9134538-2542-4A87-814D-FF4EEFF8D846}" dt="2024-04-25T09:10:46.001" v="2007" actId="14100"/>
          <ac:cxnSpMkLst>
            <pc:docMk/>
            <pc:sldMk cId="4262264229" sldId="270"/>
            <ac:cxnSpMk id="8" creationId="{6B046E4B-5667-B122-82EC-C8CD63B373DC}"/>
          </ac:cxnSpMkLst>
        </pc:cxnChg>
        <pc:cxnChg chg="mod">
          <ac:chgData name="osman saleem" userId="7b4c82e6e5d0bffd" providerId="LiveId" clId="{C9134538-2542-4A87-814D-FF4EEFF8D846}" dt="2024-04-25T09:10:53.201" v="2009" actId="14100"/>
          <ac:cxnSpMkLst>
            <pc:docMk/>
            <pc:sldMk cId="4262264229" sldId="270"/>
            <ac:cxnSpMk id="9" creationId="{C517ED74-AC25-0E96-C77A-BBB43DDC474D}"/>
          </ac:cxnSpMkLst>
        </pc:cxnChg>
        <pc:cxnChg chg="mod">
          <ac:chgData name="osman saleem" userId="7b4c82e6e5d0bffd" providerId="LiveId" clId="{C9134538-2542-4A87-814D-FF4EEFF8D846}" dt="2024-04-25T09:11:00.002" v="2011" actId="14100"/>
          <ac:cxnSpMkLst>
            <pc:docMk/>
            <pc:sldMk cId="4262264229" sldId="270"/>
            <ac:cxnSpMk id="10" creationId="{C012CAAE-C433-5120-6E1E-81E27CBD0BDD}"/>
          </ac:cxnSpMkLst>
        </pc:cxnChg>
      </pc:sldChg>
      <pc:sldChg chg="modSp add del mod">
        <pc:chgData name="osman saleem" userId="7b4c82e6e5d0bffd" providerId="LiveId" clId="{C9134538-2542-4A87-814D-FF4EEFF8D846}" dt="2024-04-25T09:39:38.233" v="2584" actId="47"/>
        <pc:sldMkLst>
          <pc:docMk/>
          <pc:sldMk cId="2563434100" sldId="271"/>
        </pc:sldMkLst>
        <pc:spChg chg="mod">
          <ac:chgData name="osman saleem" userId="7b4c82e6e5d0bffd" providerId="LiveId" clId="{C9134538-2542-4A87-814D-FF4EEFF8D846}" dt="2024-04-25T09:39:06.917" v="2583" actId="20577"/>
          <ac:spMkLst>
            <pc:docMk/>
            <pc:sldMk cId="2563434100" sldId="271"/>
            <ac:spMk id="3" creationId="{B26C1714-FA2E-6228-22DA-9D1A28EB4EA6}"/>
          </ac:spMkLst>
        </pc:spChg>
      </pc:sldChg>
      <pc:sldChg chg="addSp delSp modSp new mod">
        <pc:chgData name="osman saleem" userId="7b4c82e6e5d0bffd" providerId="LiveId" clId="{C9134538-2542-4A87-814D-FF4EEFF8D846}" dt="2024-04-25T09:52:44.548" v="2752" actId="1035"/>
        <pc:sldMkLst>
          <pc:docMk/>
          <pc:sldMk cId="3187563277" sldId="271"/>
        </pc:sldMkLst>
        <pc:spChg chg="del mod">
          <ac:chgData name="osman saleem" userId="7b4c82e6e5d0bffd" providerId="LiveId" clId="{C9134538-2542-4A87-814D-FF4EEFF8D846}" dt="2024-04-25T09:50:48.787" v="2665" actId="478"/>
          <ac:spMkLst>
            <pc:docMk/>
            <pc:sldMk cId="3187563277" sldId="271"/>
            <ac:spMk id="3" creationId="{7B93AD99-8FAD-E69D-F9B3-7CFF9AA1A94E}"/>
          </ac:spMkLst>
        </pc:spChg>
        <pc:spChg chg="del">
          <ac:chgData name="osman saleem" userId="7b4c82e6e5d0bffd" providerId="LiveId" clId="{C9134538-2542-4A87-814D-FF4EEFF8D846}" dt="2024-04-25T09:50:10.597" v="2612" actId="478"/>
          <ac:spMkLst>
            <pc:docMk/>
            <pc:sldMk cId="3187563277" sldId="271"/>
            <ac:spMk id="4" creationId="{E55F0A97-B761-96B3-1326-384EE8505B0A}"/>
          </ac:spMkLst>
        </pc:spChg>
        <pc:spChg chg="add del mod">
          <ac:chgData name="osman saleem" userId="7b4c82e6e5d0bffd" providerId="LiveId" clId="{C9134538-2542-4A87-814D-FF4EEFF8D846}" dt="2024-04-25T09:51:15.329" v="2672" actId="478"/>
          <ac:spMkLst>
            <pc:docMk/>
            <pc:sldMk cId="3187563277" sldId="271"/>
            <ac:spMk id="6" creationId="{5E3672DE-A8EB-93D9-7F22-B1036B020CCA}"/>
          </ac:spMkLst>
        </pc:spChg>
        <pc:spChg chg="add mod">
          <ac:chgData name="osman saleem" userId="7b4c82e6e5d0bffd" providerId="LiveId" clId="{C9134538-2542-4A87-814D-FF4EEFF8D846}" dt="2024-04-25T09:51:11.053" v="2669"/>
          <ac:spMkLst>
            <pc:docMk/>
            <pc:sldMk cId="3187563277" sldId="271"/>
            <ac:spMk id="7" creationId="{D3155930-BA88-5613-34C0-738184CCFE9B}"/>
          </ac:spMkLst>
        </pc:spChg>
        <pc:spChg chg="add mod">
          <ac:chgData name="osman saleem" userId="7b4c82e6e5d0bffd" providerId="LiveId" clId="{C9134538-2542-4A87-814D-FF4EEFF8D846}" dt="2024-04-25T09:52:44.548" v="2752" actId="1035"/>
          <ac:spMkLst>
            <pc:docMk/>
            <pc:sldMk cId="3187563277" sldId="271"/>
            <ac:spMk id="8" creationId="{1A7DC511-A41A-2137-B7B1-AFB1D7CB87DE}"/>
          </ac:spMkLst>
        </pc:spChg>
        <pc:picChg chg="add mod">
          <ac:chgData name="osman saleem" userId="7b4c82e6e5d0bffd" providerId="LiveId" clId="{C9134538-2542-4A87-814D-FF4EEFF8D846}" dt="2024-04-25T09:52:44.548" v="2752" actId="1035"/>
          <ac:picMkLst>
            <pc:docMk/>
            <pc:sldMk cId="3187563277" sldId="271"/>
            <ac:picMk id="10" creationId="{231B20A7-185B-A8C7-FD28-7C0F8AE36BC6}"/>
          </ac:picMkLst>
        </pc:picChg>
      </pc:sldChg>
      <pc:sldChg chg="add del">
        <pc:chgData name="osman saleem" userId="7b4c82e6e5d0bffd" providerId="LiveId" clId="{C9134538-2542-4A87-814D-FF4EEFF8D846}" dt="2024-04-25T09:51:03.781" v="2667"/>
        <pc:sldMkLst>
          <pc:docMk/>
          <pc:sldMk cId="2457281054" sldId="272"/>
        </pc:sldMkLst>
      </pc:sldChg>
      <pc:sldChg chg="addSp delSp modSp add mod ord delAnim modAnim">
        <pc:chgData name="osman saleem" userId="7b4c82e6e5d0bffd" providerId="LiveId" clId="{C9134538-2542-4A87-814D-FF4EEFF8D846}" dt="2024-04-26T06:17:42.722" v="3246" actId="20577"/>
        <pc:sldMkLst>
          <pc:docMk/>
          <pc:sldMk cId="4001176365" sldId="272"/>
        </pc:sldMkLst>
        <pc:spChg chg="mod">
          <ac:chgData name="osman saleem" userId="7b4c82e6e5d0bffd" providerId="LiveId" clId="{C9134538-2542-4A87-814D-FF4EEFF8D846}" dt="2024-04-26T06:17:42.722" v="3246" actId="20577"/>
          <ac:spMkLst>
            <pc:docMk/>
            <pc:sldMk cId="4001176365" sldId="272"/>
            <ac:spMk id="3" creationId="{50A0CE17-85F0-927F-2B2F-E071C4226ECD}"/>
          </ac:spMkLst>
        </pc:spChg>
        <pc:spChg chg="del">
          <ac:chgData name="osman saleem" userId="7b4c82e6e5d0bffd" providerId="LiveId" clId="{C9134538-2542-4A87-814D-FF4EEFF8D846}" dt="2024-04-26T05:58:29.152" v="2786" actId="478"/>
          <ac:spMkLst>
            <pc:docMk/>
            <pc:sldMk cId="4001176365" sldId="272"/>
            <ac:spMk id="4" creationId="{2F7EF2F6-1F94-FF9B-5DAF-49112878EFFC}"/>
          </ac:spMkLst>
        </pc:spChg>
        <pc:spChg chg="del">
          <ac:chgData name="osman saleem" userId="7b4c82e6e5d0bffd" providerId="LiveId" clId="{C9134538-2542-4A87-814D-FF4EEFF8D846}" dt="2024-04-26T05:58:31.783" v="2787" actId="478"/>
          <ac:spMkLst>
            <pc:docMk/>
            <pc:sldMk cId="4001176365" sldId="272"/>
            <ac:spMk id="5" creationId="{CFDC6AD7-1C46-9999-881A-92EFC4678F2D}"/>
          </ac:spMkLst>
        </pc:spChg>
        <pc:spChg chg="del">
          <ac:chgData name="osman saleem" userId="7b4c82e6e5d0bffd" providerId="LiveId" clId="{C9134538-2542-4A87-814D-FF4EEFF8D846}" dt="2024-04-26T05:58:31.783" v="2787" actId="478"/>
          <ac:spMkLst>
            <pc:docMk/>
            <pc:sldMk cId="4001176365" sldId="272"/>
            <ac:spMk id="6" creationId="{15256A7C-B1EC-E469-FAB9-BB2D78F7AACA}"/>
          </ac:spMkLst>
        </pc:spChg>
        <pc:spChg chg="del">
          <ac:chgData name="osman saleem" userId="7b4c82e6e5d0bffd" providerId="LiveId" clId="{C9134538-2542-4A87-814D-FF4EEFF8D846}" dt="2024-04-26T05:58:31.783" v="2787" actId="478"/>
          <ac:spMkLst>
            <pc:docMk/>
            <pc:sldMk cId="4001176365" sldId="272"/>
            <ac:spMk id="7" creationId="{FEBB6032-2C0B-111E-2F89-76415720D1CE}"/>
          </ac:spMkLst>
        </pc:spChg>
        <pc:spChg chg="add del mod">
          <ac:chgData name="osman saleem" userId="7b4c82e6e5d0bffd" providerId="LiveId" clId="{C9134538-2542-4A87-814D-FF4EEFF8D846}" dt="2024-04-26T06:11:26.070" v="2807" actId="478"/>
          <ac:spMkLst>
            <pc:docMk/>
            <pc:sldMk cId="4001176365" sldId="272"/>
            <ac:spMk id="15" creationId="{C1F37893-854F-93A4-449F-CD30D139BD3B}"/>
          </ac:spMkLst>
        </pc:spChg>
        <pc:spChg chg="add mod">
          <ac:chgData name="osman saleem" userId="7b4c82e6e5d0bffd" providerId="LiveId" clId="{C9134538-2542-4A87-814D-FF4EEFF8D846}" dt="2024-04-26T06:14:13.039" v="3208" actId="20577"/>
          <ac:spMkLst>
            <pc:docMk/>
            <pc:sldMk cId="4001176365" sldId="272"/>
            <ac:spMk id="16" creationId="{00C925E3-4F86-C0E8-29B4-45444F1F978A}"/>
          </ac:spMkLst>
        </pc:spChg>
        <pc:spChg chg="add mod">
          <ac:chgData name="osman saleem" userId="7b4c82e6e5d0bffd" providerId="LiveId" clId="{C9134538-2542-4A87-814D-FF4EEFF8D846}" dt="2024-04-26T06:14:33.332" v="3211" actId="571"/>
          <ac:spMkLst>
            <pc:docMk/>
            <pc:sldMk cId="4001176365" sldId="272"/>
            <ac:spMk id="18" creationId="{EB512160-B194-7C99-17E4-21AADC5EEB91}"/>
          </ac:spMkLst>
        </pc:spChg>
        <pc:spChg chg="del">
          <ac:chgData name="osman saleem" userId="7b4c82e6e5d0bffd" providerId="LiveId" clId="{C9134538-2542-4A87-814D-FF4EEFF8D846}" dt="2024-04-26T05:58:39.264" v="2788" actId="478"/>
          <ac:spMkLst>
            <pc:docMk/>
            <pc:sldMk cId="4001176365" sldId="272"/>
            <ac:spMk id="24" creationId="{6A18B72C-EFBF-82DA-A0A4-F315A952EB71}"/>
          </ac:spMkLst>
        </pc:spChg>
        <pc:picChg chg="add mod">
          <ac:chgData name="osman saleem" userId="7b4c82e6e5d0bffd" providerId="LiveId" clId="{C9134538-2542-4A87-814D-FF4EEFF8D846}" dt="2024-04-26T06:09:37.429" v="2795" actId="1076"/>
          <ac:picMkLst>
            <pc:docMk/>
            <pc:sldMk cId="4001176365" sldId="272"/>
            <ac:picMk id="12" creationId="{441D85FB-50F1-C573-85B6-10ABD5FE2228}"/>
          </ac:picMkLst>
        </pc:picChg>
        <pc:picChg chg="add mod">
          <ac:chgData name="osman saleem" userId="7b4c82e6e5d0bffd" providerId="LiveId" clId="{C9134538-2542-4A87-814D-FF4EEFF8D846}" dt="2024-04-26T06:10:56.109" v="2801" actId="1076"/>
          <ac:picMkLst>
            <pc:docMk/>
            <pc:sldMk cId="4001176365" sldId="272"/>
            <ac:picMk id="14" creationId="{7C1A7914-9BDA-8CD2-2691-50C2A4DC406F}"/>
          </ac:picMkLst>
        </pc:picChg>
        <pc:picChg chg="add mod">
          <ac:chgData name="osman saleem" userId="7b4c82e6e5d0bffd" providerId="LiveId" clId="{C9134538-2542-4A87-814D-FF4EEFF8D846}" dt="2024-04-26T06:14:33.332" v="3211" actId="571"/>
          <ac:picMkLst>
            <pc:docMk/>
            <pc:sldMk cId="4001176365" sldId="272"/>
            <ac:picMk id="17" creationId="{C195B5FC-FBE1-38DA-79D4-440EFB15B105}"/>
          </ac:picMkLst>
        </pc:picChg>
        <pc:cxnChg chg="del mod">
          <ac:chgData name="osman saleem" userId="7b4c82e6e5d0bffd" providerId="LiveId" clId="{C9134538-2542-4A87-814D-FF4EEFF8D846}" dt="2024-04-26T05:58:31.783" v="2787" actId="478"/>
          <ac:cxnSpMkLst>
            <pc:docMk/>
            <pc:sldMk cId="4001176365" sldId="272"/>
            <ac:cxnSpMk id="8" creationId="{6B046E4B-5667-B122-82EC-C8CD63B373DC}"/>
          </ac:cxnSpMkLst>
        </pc:cxnChg>
        <pc:cxnChg chg="del mod">
          <ac:chgData name="osman saleem" userId="7b4c82e6e5d0bffd" providerId="LiveId" clId="{C9134538-2542-4A87-814D-FF4EEFF8D846}" dt="2024-04-26T05:58:31.783" v="2787" actId="478"/>
          <ac:cxnSpMkLst>
            <pc:docMk/>
            <pc:sldMk cId="4001176365" sldId="272"/>
            <ac:cxnSpMk id="9" creationId="{C517ED74-AC25-0E96-C77A-BBB43DDC474D}"/>
          </ac:cxnSpMkLst>
        </pc:cxnChg>
        <pc:cxnChg chg="del mod">
          <ac:chgData name="osman saleem" userId="7b4c82e6e5d0bffd" providerId="LiveId" clId="{C9134538-2542-4A87-814D-FF4EEFF8D846}" dt="2024-04-26T05:58:31.783" v="2787" actId="478"/>
          <ac:cxnSpMkLst>
            <pc:docMk/>
            <pc:sldMk cId="4001176365" sldId="272"/>
            <ac:cxnSpMk id="10" creationId="{C012CAAE-C433-5120-6E1E-81E27CBD0BDD}"/>
          </ac:cxnSpMkLst>
        </pc:cxnChg>
      </pc:sldChg>
      <pc:sldChg chg="addSp delSp modSp add mod delAnim">
        <pc:chgData name="osman saleem" userId="7b4c82e6e5d0bffd" providerId="LiveId" clId="{C9134538-2542-4A87-814D-FF4EEFF8D846}" dt="2024-04-26T06:17:37.172" v="3243" actId="20577"/>
        <pc:sldMkLst>
          <pc:docMk/>
          <pc:sldMk cId="1536692225" sldId="273"/>
        </pc:sldMkLst>
        <pc:spChg chg="mod">
          <ac:chgData name="osman saleem" userId="7b4c82e6e5d0bffd" providerId="LiveId" clId="{C9134538-2542-4A87-814D-FF4EEFF8D846}" dt="2024-04-26T06:17:37.172" v="3243" actId="20577"/>
          <ac:spMkLst>
            <pc:docMk/>
            <pc:sldMk cId="1536692225" sldId="273"/>
            <ac:spMk id="3" creationId="{50A0CE17-85F0-927F-2B2F-E071C4226ECD}"/>
          </ac:spMkLst>
        </pc:spChg>
        <pc:spChg chg="del">
          <ac:chgData name="osman saleem" userId="7b4c82e6e5d0bffd" providerId="LiveId" clId="{C9134538-2542-4A87-814D-FF4EEFF8D846}" dt="2024-04-26T06:16:36.344" v="3235" actId="478"/>
          <ac:spMkLst>
            <pc:docMk/>
            <pc:sldMk cId="1536692225" sldId="273"/>
            <ac:spMk id="16" creationId="{00C925E3-4F86-C0E8-29B4-45444F1F978A}"/>
          </ac:spMkLst>
        </pc:spChg>
        <pc:picChg chg="add mod">
          <ac:chgData name="osman saleem" userId="7b4c82e6e5d0bffd" providerId="LiveId" clId="{C9134538-2542-4A87-814D-FF4EEFF8D846}" dt="2024-04-26T06:17:30.225" v="3240" actId="1076"/>
          <ac:picMkLst>
            <pc:docMk/>
            <pc:sldMk cId="1536692225" sldId="273"/>
            <ac:picMk id="5" creationId="{ECAB440D-39FB-AE50-DBE2-6D7EE423C414}"/>
          </ac:picMkLst>
        </pc:picChg>
        <pc:picChg chg="del">
          <ac:chgData name="osman saleem" userId="7b4c82e6e5d0bffd" providerId="LiveId" clId="{C9134538-2542-4A87-814D-FF4EEFF8D846}" dt="2024-04-26T06:16:36.344" v="3235" actId="478"/>
          <ac:picMkLst>
            <pc:docMk/>
            <pc:sldMk cId="1536692225" sldId="273"/>
            <ac:picMk id="12" creationId="{441D85FB-50F1-C573-85B6-10ABD5FE2228}"/>
          </ac:picMkLst>
        </pc:picChg>
        <pc:picChg chg="del">
          <ac:chgData name="osman saleem" userId="7b4c82e6e5d0bffd" providerId="LiveId" clId="{C9134538-2542-4A87-814D-FF4EEFF8D846}" dt="2024-04-26T06:16:36.344" v="3235" actId="478"/>
          <ac:picMkLst>
            <pc:docMk/>
            <pc:sldMk cId="1536692225" sldId="273"/>
            <ac:picMk id="14" creationId="{7C1A7914-9BDA-8CD2-2691-50C2A4DC40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D2A3A-B8C6-4B6A-8E95-CAA5B55AA403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92A10-7965-4770-93D8-67A01613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UC Davis Wordmark">
            <a:extLst>
              <a:ext uri="{FF2B5EF4-FFF2-40B4-BE49-F238E27FC236}">
                <a16:creationId xmlns:a16="http://schemas.microsoft.com/office/drawing/2014/main" id="{652A139B-E49E-6760-8E9E-E09AD7F134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A354656-851D-0D4A-A57F-198B7D2B7D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uc merced logo text">
            <a:extLst>
              <a:ext uri="{FF2B5EF4-FFF2-40B4-BE49-F238E27FC236}">
                <a16:creationId xmlns:a16="http://schemas.microsoft.com/office/drawing/2014/main" id="{1DDD83A9-73C1-4631-1E10-5CECC15F2E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F1F00ECE-3161-647C-6C49-26B9A5AE70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DE938E-624A-23E8-BE64-291FCA704F5E}"/>
              </a:ext>
            </a:extLst>
          </p:cNvPr>
          <p:cNvCxnSpPr>
            <a:cxnSpLocks/>
          </p:cNvCxnSpPr>
          <p:nvPr userDrawn="1"/>
        </p:nvCxnSpPr>
        <p:spPr>
          <a:xfrm>
            <a:off x="371192" y="6201624"/>
            <a:ext cx="116144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98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UC Davis Wordmark">
            <a:extLst>
              <a:ext uri="{FF2B5EF4-FFF2-40B4-BE49-F238E27FC236}">
                <a16:creationId xmlns:a16="http://schemas.microsoft.com/office/drawing/2014/main" id="{89C3DA10-B7D9-7D62-5D22-87140E9D7F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5990A80-69B7-6D8B-987D-4CEB5DF74D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uc merced logo text">
            <a:extLst>
              <a:ext uri="{FF2B5EF4-FFF2-40B4-BE49-F238E27FC236}">
                <a16:creationId xmlns:a16="http://schemas.microsoft.com/office/drawing/2014/main" id="{B1268987-0C37-4701-5F55-5237D88775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530B414A-AD12-5BC1-BBE3-57E43CAEB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C6287B-3AD5-BC88-D649-7CD14FEE56F1}"/>
              </a:ext>
            </a:extLst>
          </p:cNvPr>
          <p:cNvCxnSpPr>
            <a:cxnSpLocks/>
          </p:cNvCxnSpPr>
          <p:nvPr userDrawn="1"/>
        </p:nvCxnSpPr>
        <p:spPr>
          <a:xfrm>
            <a:off x="606440" y="6201624"/>
            <a:ext cx="11379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5C28263-29F9-7E9B-E4AD-B157596D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5720" y="6368007"/>
            <a:ext cx="12999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0FA772-5DC9-E3A2-053A-7CFBAF93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25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09AB68-8158-D6F4-D504-25FAC7536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637415"/>
            <a:ext cx="10515600" cy="39982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68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86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31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1C7E7F-92A3-F69B-5FCB-72F93C71C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4877" y="1094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JP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1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20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901A9-604F-29C5-750A-E48BA76F5133}"/>
              </a:ext>
            </a:extLst>
          </p:cNvPr>
          <p:cNvSpPr txBox="1"/>
          <p:nvPr/>
        </p:nvSpPr>
        <p:spPr>
          <a:xfrm>
            <a:off x="1074946" y="946324"/>
            <a:ext cx="10336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Improving Preparedness of Communities for Evacuations using ZEVs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EA691-C850-9718-6047-895D5136B286}"/>
              </a:ext>
            </a:extLst>
          </p:cNvPr>
          <p:cNvSpPr txBox="1"/>
          <p:nvPr/>
        </p:nvSpPr>
        <p:spPr>
          <a:xfrm>
            <a:off x="2420763" y="2527544"/>
            <a:ext cx="7350474" cy="1077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200" dirty="0"/>
              <a:t>Development of ZEV Evacuation Readiness </a:t>
            </a:r>
          </a:p>
          <a:p>
            <a:r>
              <a:rPr lang="en-US" sz="3200" dirty="0"/>
              <a:t>			    Score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9AC20-EDA7-EE64-C422-94B255440B36}"/>
              </a:ext>
            </a:extLst>
          </p:cNvPr>
          <p:cNvSpPr txBox="1"/>
          <p:nvPr/>
        </p:nvSpPr>
        <p:spPr>
          <a:xfrm>
            <a:off x="4098045" y="3604762"/>
            <a:ext cx="400295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800" b="1" i="1" u="sng" dirty="0"/>
              <a:t>Presenter: Osman Saleem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2DF44-89BB-BE5A-33EA-AE46B0BEBAF1}"/>
              </a:ext>
            </a:extLst>
          </p:cNvPr>
          <p:cNvSpPr txBox="1"/>
          <p:nvPr/>
        </p:nvSpPr>
        <p:spPr>
          <a:xfrm>
            <a:off x="5194805" y="4918223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April 26</a:t>
            </a:r>
            <a:r>
              <a:rPr lang="en-US" sz="2400" baseline="30000" dirty="0"/>
              <a:t>th</a:t>
            </a:r>
            <a:r>
              <a:rPr lang="en-US" sz="24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54408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ack and side of a cell phone&#10;&#10;Description automatically generated">
            <a:extLst>
              <a:ext uri="{FF2B5EF4-FFF2-40B4-BE49-F238E27FC236}">
                <a16:creationId xmlns:a16="http://schemas.microsoft.com/office/drawing/2014/main" id="{3F5E8E81-2FAF-76FF-33CB-ADE4EDFA5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35" y="2113683"/>
            <a:ext cx="1752600" cy="2609850"/>
          </a:xfrm>
          <a:prstGeom prst="rect">
            <a:avLst/>
          </a:prstGeom>
        </p:spPr>
      </p:pic>
      <p:pic>
        <p:nvPicPr>
          <p:cNvPr id="8" name="Picture 7" descr="A rectangular device with a stylus&#10;&#10;Description automatically generated">
            <a:extLst>
              <a:ext uri="{FF2B5EF4-FFF2-40B4-BE49-F238E27FC236}">
                <a16:creationId xmlns:a16="http://schemas.microsoft.com/office/drawing/2014/main" id="{95D846B9-59FC-0CC5-8227-0DBD492D7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95" y="1705734"/>
            <a:ext cx="2127570" cy="342574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0087" y="1161099"/>
            <a:ext cx="10515600" cy="3998210"/>
          </a:xfrm>
        </p:spPr>
        <p:txBody>
          <a:bodyPr/>
          <a:lstStyle/>
          <a:p>
            <a:r>
              <a:rPr lang="en-US" dirty="0"/>
              <a:t>What comes to mind when we tend to compare two things?</a:t>
            </a:r>
          </a:p>
          <a:p>
            <a:r>
              <a:rPr lang="en-US" dirty="0"/>
              <a:t>Rating/Ranking is the go-to method to rank two products of same kind: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7F520-3306-44EA-2303-E341E58741C1}"/>
              </a:ext>
            </a:extLst>
          </p:cNvPr>
          <p:cNvSpPr txBox="1"/>
          <p:nvPr/>
        </p:nvSpPr>
        <p:spPr>
          <a:xfrm>
            <a:off x="2286660" y="4576858"/>
            <a:ext cx="19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Iphone</a:t>
            </a:r>
            <a:r>
              <a:rPr lang="en-US" dirty="0"/>
              <a:t> 15 pro max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9C363-6DB0-0948-AFAE-5DCE0F66045B}"/>
              </a:ext>
            </a:extLst>
          </p:cNvPr>
          <p:cNvSpPr txBox="1"/>
          <p:nvPr/>
        </p:nvSpPr>
        <p:spPr>
          <a:xfrm>
            <a:off x="7955191" y="4516954"/>
            <a:ext cx="1911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Samsung S24 ultra</a:t>
            </a:r>
          </a:p>
        </p:txBody>
      </p:sp>
      <p:pic>
        <p:nvPicPr>
          <p:cNvPr id="12" name="Graphic 11" descr="Rating 3 Star with solid fill">
            <a:extLst>
              <a:ext uri="{FF2B5EF4-FFF2-40B4-BE49-F238E27FC236}">
                <a16:creationId xmlns:a16="http://schemas.microsoft.com/office/drawing/2014/main" id="{9CA5C3F7-2F86-D2B9-D176-4FA689483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9107" y="4753117"/>
            <a:ext cx="914400" cy="914400"/>
          </a:xfrm>
          <a:prstGeom prst="rect">
            <a:avLst/>
          </a:prstGeom>
        </p:spPr>
      </p:pic>
      <p:pic>
        <p:nvPicPr>
          <p:cNvPr id="14" name="Graphic 13" descr="Rating Star with solid fill">
            <a:extLst>
              <a:ext uri="{FF2B5EF4-FFF2-40B4-BE49-F238E27FC236}">
                <a16:creationId xmlns:a16="http://schemas.microsoft.com/office/drawing/2014/main" id="{364CB0F8-2C6F-A54D-D47E-D08EA6AE42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158" y="4761524"/>
            <a:ext cx="914400" cy="914400"/>
          </a:xfrm>
          <a:prstGeom prst="rect">
            <a:avLst/>
          </a:prstGeom>
        </p:spPr>
      </p:pic>
      <p:pic>
        <p:nvPicPr>
          <p:cNvPr id="15" name="Graphic 14" descr="Rating 3 Star with solid fill">
            <a:extLst>
              <a:ext uri="{FF2B5EF4-FFF2-40B4-BE49-F238E27FC236}">
                <a16:creationId xmlns:a16="http://schemas.microsoft.com/office/drawing/2014/main" id="{9D682BA4-8E3B-026F-8F7F-532E69AC4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3274" y="472073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5AF0872-9868-66D6-AAE7-60446DA00186}"/>
              </a:ext>
            </a:extLst>
          </p:cNvPr>
          <p:cNvSpPr txBox="1"/>
          <p:nvPr/>
        </p:nvSpPr>
        <p:spPr>
          <a:xfrm>
            <a:off x="1483600" y="5034058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Rating: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1FF378-B381-657E-C620-2771C1703413}"/>
              </a:ext>
            </a:extLst>
          </p:cNvPr>
          <p:cNvSpPr txBox="1"/>
          <p:nvPr/>
        </p:nvSpPr>
        <p:spPr>
          <a:xfrm>
            <a:off x="7139949" y="4993270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Rating: </a:t>
            </a:r>
          </a:p>
        </p:txBody>
      </p:sp>
      <p:pic>
        <p:nvPicPr>
          <p:cNvPr id="20" name="Graphic 19" descr="Rating 3 Star outline">
            <a:extLst>
              <a:ext uri="{FF2B5EF4-FFF2-40B4-BE49-F238E27FC236}">
                <a16:creationId xmlns:a16="http://schemas.microsoft.com/office/drawing/2014/main" id="{4588D7FA-542A-12FD-F05D-46910C2B1C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7853" y="47207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2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ZEV Evacuation Score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046726"/>
            <a:ext cx="10515600" cy="3998210"/>
          </a:xfrm>
        </p:spPr>
        <p:txBody>
          <a:bodyPr/>
          <a:lstStyle/>
          <a:p>
            <a:r>
              <a:rPr lang="en-US" dirty="0"/>
              <a:t>ZEV evacuation readiness score provides a basis to categorize each county based on its preparedness to successfully carry out a zero-emission vehicle evacuation.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74F38-9030-5795-43AF-B24B6EA6F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52" y="2529000"/>
            <a:ext cx="3522496" cy="2691585"/>
          </a:xfrm>
          <a:prstGeom prst="rect">
            <a:avLst/>
          </a:prstGeom>
        </p:spPr>
      </p:pic>
      <p:pic>
        <p:nvPicPr>
          <p:cNvPr id="13" name="Picture 12" descr="A map of land with different colored areas&#10;&#10;Description automatically generated">
            <a:extLst>
              <a:ext uri="{FF2B5EF4-FFF2-40B4-BE49-F238E27FC236}">
                <a16:creationId xmlns:a16="http://schemas.microsoft.com/office/drawing/2014/main" id="{6121EA57-D4FD-B455-B214-2A92C3B1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908" y="2528999"/>
            <a:ext cx="3484252" cy="2691585"/>
          </a:xfrm>
          <a:prstGeom prst="rect">
            <a:avLst/>
          </a:prstGeom>
        </p:spPr>
      </p:pic>
      <p:pic>
        <p:nvPicPr>
          <p:cNvPr id="16" name="Graphic 15" descr="Rating 3 Star with solid fill">
            <a:extLst>
              <a:ext uri="{FF2B5EF4-FFF2-40B4-BE49-F238E27FC236}">
                <a16:creationId xmlns:a16="http://schemas.microsoft.com/office/drawing/2014/main" id="{04F9135C-D23F-4DA6-3B32-F85CF5F37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724" y="5038251"/>
            <a:ext cx="914400" cy="914400"/>
          </a:xfrm>
          <a:prstGeom prst="rect">
            <a:avLst/>
          </a:prstGeom>
        </p:spPr>
      </p:pic>
      <p:pic>
        <p:nvPicPr>
          <p:cNvPr id="19" name="Graphic 18" descr="Rating Star with solid fill">
            <a:extLst>
              <a:ext uri="{FF2B5EF4-FFF2-40B4-BE49-F238E27FC236}">
                <a16:creationId xmlns:a16="http://schemas.microsoft.com/office/drawing/2014/main" id="{D6FDD86E-78DB-2387-AA04-FB59A1735A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0775" y="5046658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851986-041F-692B-A3ED-6D7F6615975F}"/>
              </a:ext>
            </a:extLst>
          </p:cNvPr>
          <p:cNvSpPr txBox="1"/>
          <p:nvPr/>
        </p:nvSpPr>
        <p:spPr>
          <a:xfrm>
            <a:off x="1642126" y="5319192"/>
            <a:ext cx="122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ZEV Score: </a:t>
            </a:r>
          </a:p>
        </p:txBody>
      </p:sp>
      <p:pic>
        <p:nvPicPr>
          <p:cNvPr id="22" name="Graphic 21" descr="Rating 3 Star with solid fill">
            <a:extLst>
              <a:ext uri="{FF2B5EF4-FFF2-40B4-BE49-F238E27FC236}">
                <a16:creationId xmlns:a16="http://schemas.microsoft.com/office/drawing/2014/main" id="{EF5DDC81-EB74-71C8-3455-5D23D75D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3274" y="5045201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BFDF0D6-E65F-D408-5FD2-E6DFA3712998}"/>
              </a:ext>
            </a:extLst>
          </p:cNvPr>
          <p:cNvSpPr txBox="1"/>
          <p:nvPr/>
        </p:nvSpPr>
        <p:spPr>
          <a:xfrm>
            <a:off x="6903028" y="5333045"/>
            <a:ext cx="122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ZEV Score: </a:t>
            </a:r>
          </a:p>
        </p:txBody>
      </p:sp>
      <p:pic>
        <p:nvPicPr>
          <p:cNvPr id="24" name="Graphic 23" descr="Rating 3 Star outline">
            <a:extLst>
              <a:ext uri="{FF2B5EF4-FFF2-40B4-BE49-F238E27FC236}">
                <a16:creationId xmlns:a16="http://schemas.microsoft.com/office/drawing/2014/main" id="{E046533D-8C24-1D85-28DE-927F9C858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7853" y="50452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4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ZEV Evacuation Score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0371A-A880-3C8E-B2E3-96293347A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81" y="1642878"/>
            <a:ext cx="10515600" cy="3998210"/>
          </a:xfrm>
        </p:spPr>
        <p:txBody>
          <a:bodyPr/>
          <a:lstStyle/>
          <a:p>
            <a:r>
              <a:rPr lang="en-US" dirty="0"/>
              <a:t>This score can help us identify the indicators that need more research and development in a certain county.</a:t>
            </a:r>
          </a:p>
          <a:p>
            <a:r>
              <a:rPr lang="en-US" dirty="0"/>
              <a:t>It can also aid public organizations in directing technical and financial support to communities that need more help.</a:t>
            </a:r>
          </a:p>
          <a:p>
            <a:r>
              <a:rPr lang="en-US" dirty="0"/>
              <a:t>As this score depends upon different indicators. Certain score can be broken down into its specific indicator indicating which requires more development and funding.</a:t>
            </a:r>
          </a:p>
        </p:txBody>
      </p:sp>
    </p:spTree>
    <p:extLst>
      <p:ext uri="{BB962C8B-B14F-4D97-AF65-F5344CB8AC3E}">
        <p14:creationId xmlns:p14="http://schemas.microsoft.com/office/powerpoint/2010/main" val="236239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 used in ZEV Evacuation Score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A48EC7-04FB-231E-EC79-68336007294A}"/>
              </a:ext>
            </a:extLst>
          </p:cNvPr>
          <p:cNvSpPr/>
          <p:nvPr/>
        </p:nvSpPr>
        <p:spPr>
          <a:xfrm>
            <a:off x="2025982" y="3157689"/>
            <a:ext cx="1259284" cy="542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ZEV Evacuation  Readiness Score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6146C-10E4-A6CA-1C31-529F94AC0F80}"/>
              </a:ext>
            </a:extLst>
          </p:cNvPr>
          <p:cNvSpPr/>
          <p:nvPr/>
        </p:nvSpPr>
        <p:spPr>
          <a:xfrm>
            <a:off x="3820692" y="2033919"/>
            <a:ext cx="1259284" cy="5426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Exposure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34DF3-2A03-1883-A5F6-F21399F7675F}"/>
              </a:ext>
            </a:extLst>
          </p:cNvPr>
          <p:cNvSpPr/>
          <p:nvPr/>
        </p:nvSpPr>
        <p:spPr>
          <a:xfrm>
            <a:off x="3820692" y="3157688"/>
            <a:ext cx="1259284" cy="5426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Infrastructure Vulnerability Assessment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4713B-1E59-0706-EF99-26C9A1BBE73A}"/>
              </a:ext>
            </a:extLst>
          </p:cNvPr>
          <p:cNvSpPr/>
          <p:nvPr/>
        </p:nvSpPr>
        <p:spPr>
          <a:xfrm>
            <a:off x="3820691" y="4281457"/>
            <a:ext cx="1259284" cy="54262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Adaptive Capacity of Infrastructure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CB076-F157-7C71-6DF6-258A83A6A9B3}"/>
              </a:ext>
            </a:extLst>
          </p:cNvPr>
          <p:cNvSpPr/>
          <p:nvPr/>
        </p:nvSpPr>
        <p:spPr>
          <a:xfrm>
            <a:off x="6054092" y="1367353"/>
            <a:ext cx="1259284" cy="5426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 of Hazard maps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39954-8EF6-347E-BDE8-F69524DD029A}"/>
              </a:ext>
            </a:extLst>
          </p:cNvPr>
          <p:cNvSpPr/>
          <p:nvPr/>
        </p:nvSpPr>
        <p:spPr>
          <a:xfrm>
            <a:off x="5957969" y="2033919"/>
            <a:ext cx="1451528" cy="542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Chances of different Natural Hazards to occur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532B3-A3D5-F0CC-EE08-4F3A85B2F821}"/>
              </a:ext>
            </a:extLst>
          </p:cNvPr>
          <p:cNvSpPr/>
          <p:nvPr/>
        </p:nvSpPr>
        <p:spPr>
          <a:xfrm>
            <a:off x="6054092" y="2700485"/>
            <a:ext cx="1259284" cy="542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 of Online resources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AD390-931F-C06B-8431-3AEA9946A50B}"/>
              </a:ext>
            </a:extLst>
          </p:cNvPr>
          <p:cNvSpPr/>
          <p:nvPr/>
        </p:nvSpPr>
        <p:spPr>
          <a:xfrm>
            <a:off x="6074029" y="3582359"/>
            <a:ext cx="1259284" cy="5426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Transportation Infrastructure Assessment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76CFF5-CF73-E94F-24CD-59AF2AE9F268}"/>
              </a:ext>
            </a:extLst>
          </p:cNvPr>
          <p:cNvSpPr/>
          <p:nvPr/>
        </p:nvSpPr>
        <p:spPr>
          <a:xfrm>
            <a:off x="5952049" y="4281457"/>
            <a:ext cx="1519746" cy="5426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Charging Stations Capacity to cope with huge influx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C0612-EDC3-492E-3734-AC9B35511354}"/>
              </a:ext>
            </a:extLst>
          </p:cNvPr>
          <p:cNvSpPr/>
          <p:nvPr/>
        </p:nvSpPr>
        <p:spPr>
          <a:xfrm>
            <a:off x="6082280" y="4948023"/>
            <a:ext cx="1259284" cy="5426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Backup/excess Generation of Electricity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1F947-8341-4299-EC47-13865061630A}"/>
              </a:ext>
            </a:extLst>
          </p:cNvPr>
          <p:cNvSpPr/>
          <p:nvPr/>
        </p:nvSpPr>
        <p:spPr>
          <a:xfrm>
            <a:off x="7991410" y="2449018"/>
            <a:ext cx="1259284" cy="542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Probability of a blackout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C09BA-C1B0-C926-59AE-A83D3F9E25AB}"/>
              </a:ext>
            </a:extLst>
          </p:cNvPr>
          <p:cNvSpPr/>
          <p:nvPr/>
        </p:nvSpPr>
        <p:spPr>
          <a:xfrm>
            <a:off x="7991410" y="3157687"/>
            <a:ext cx="1259284" cy="542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Charging stations per vehicle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5BF5F-341B-361D-F215-1A45620F9D35}"/>
              </a:ext>
            </a:extLst>
          </p:cNvPr>
          <p:cNvSpPr/>
          <p:nvPr/>
        </p:nvSpPr>
        <p:spPr>
          <a:xfrm>
            <a:off x="7981614" y="3814682"/>
            <a:ext cx="1467255" cy="5426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Evacuation Location/Distance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6B97F4-687B-91E0-0F59-6EB5DC772ED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285266" y="2305232"/>
            <a:ext cx="535426" cy="1123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06446F-4348-BD6F-FAF9-B65CAA18F298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285266" y="3429001"/>
            <a:ext cx="5354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33C155-BE77-5577-D3E7-C31EFE0914DF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285266" y="3429002"/>
            <a:ext cx="535425" cy="112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FF3233-DDE0-54D3-02C9-C61CA60C6811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5079976" y="1638666"/>
            <a:ext cx="974116" cy="666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69D98-BAA0-3355-97A7-6B999E1A5AA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5079976" y="2305232"/>
            <a:ext cx="8779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6C9A98-C46A-9790-828B-FD0C208119D1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5079976" y="2305232"/>
            <a:ext cx="974116" cy="666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98E36E-6BAD-88A9-F54A-D6382F441DBB}"/>
              </a:ext>
            </a:extLst>
          </p:cNvPr>
          <p:cNvCxnSpPr>
            <a:stCxn id="7" idx="3"/>
          </p:cNvCxnSpPr>
          <p:nvPr/>
        </p:nvCxnSpPr>
        <p:spPr>
          <a:xfrm flipV="1">
            <a:off x="5079976" y="3429000"/>
            <a:ext cx="255877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42635A-0209-8644-6A5C-366AEE1C249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323128" y="3429000"/>
            <a:ext cx="66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E3405C-F20C-27A7-A64B-0D69AAC8B16E}"/>
              </a:ext>
            </a:extLst>
          </p:cNvPr>
          <p:cNvCxnSpPr>
            <a:cxnSpLocks/>
          </p:cNvCxnSpPr>
          <p:nvPr/>
        </p:nvCxnSpPr>
        <p:spPr>
          <a:xfrm flipV="1">
            <a:off x="7319243" y="2684466"/>
            <a:ext cx="668282" cy="747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594305-947F-C594-DF89-8638DA77638E}"/>
              </a:ext>
            </a:extLst>
          </p:cNvPr>
          <p:cNvCxnSpPr>
            <a:cxnSpLocks/>
          </p:cNvCxnSpPr>
          <p:nvPr/>
        </p:nvCxnSpPr>
        <p:spPr>
          <a:xfrm>
            <a:off x="7319243" y="3425886"/>
            <a:ext cx="658902" cy="692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223999-929E-D346-0233-0A2C8795B8C5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79975" y="3853672"/>
            <a:ext cx="994054" cy="69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740F6A-6A20-67C4-5722-45920E632185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5079975" y="4552770"/>
            <a:ext cx="872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06078EE-0203-361C-C25C-16E98323A2D0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5079975" y="4552770"/>
            <a:ext cx="1002305" cy="666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4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of ZEV Score From Indicators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8F295-E4AD-0A91-7879-4820170D1927}"/>
              </a:ext>
            </a:extLst>
          </p:cNvPr>
          <p:cNvSpPr/>
          <p:nvPr/>
        </p:nvSpPr>
        <p:spPr>
          <a:xfrm>
            <a:off x="2094331" y="2517167"/>
            <a:ext cx="1040731" cy="4932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ZEV Evacuation  Readiness Score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667A92-3512-61E9-BFE9-E1FB6F564353}"/>
              </a:ext>
            </a:extLst>
          </p:cNvPr>
          <p:cNvSpPr/>
          <p:nvPr/>
        </p:nvSpPr>
        <p:spPr>
          <a:xfrm>
            <a:off x="3889041" y="1393397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Exposure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D8EF7E-F272-98C9-58BB-10E6BCAEA631}"/>
              </a:ext>
            </a:extLst>
          </p:cNvPr>
          <p:cNvSpPr/>
          <p:nvPr/>
        </p:nvSpPr>
        <p:spPr>
          <a:xfrm>
            <a:off x="3889041" y="2517166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Infrastructure Vulnerability Assessment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A3F063-772F-6F24-9312-76D43E827553}"/>
              </a:ext>
            </a:extLst>
          </p:cNvPr>
          <p:cNvSpPr/>
          <p:nvPr/>
        </p:nvSpPr>
        <p:spPr>
          <a:xfrm>
            <a:off x="3889040" y="3640935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Adaptive Capacity of Infrastructure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227861-F0E6-0D2F-8496-293BD30F2E62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3135062" y="1640045"/>
            <a:ext cx="753979" cy="1123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94FD2E-38EF-9310-77BD-D5D688B9AA11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 flipV="1">
            <a:off x="3135062" y="2763814"/>
            <a:ext cx="7539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CF9A02-A9E0-E03D-CA77-191513DF7394}"/>
              </a:ext>
            </a:extLst>
          </p:cNvPr>
          <p:cNvCxnSpPr>
            <a:stCxn id="33" idx="3"/>
            <a:endCxn id="36" idx="1"/>
          </p:cNvCxnSpPr>
          <p:nvPr/>
        </p:nvCxnSpPr>
        <p:spPr>
          <a:xfrm>
            <a:off x="3135062" y="2763815"/>
            <a:ext cx="753978" cy="112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487A41-3DD0-FD00-79AE-CF98358F638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4929771" y="3887582"/>
            <a:ext cx="8338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E7EB58-3C55-738F-CE1E-81B1324F6CDE}"/>
              </a:ext>
            </a:extLst>
          </p:cNvPr>
          <p:cNvCxnSpPr>
            <a:cxnSpLocks/>
          </p:cNvCxnSpPr>
          <p:nvPr/>
        </p:nvCxnSpPr>
        <p:spPr>
          <a:xfrm>
            <a:off x="4929770" y="2743688"/>
            <a:ext cx="773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E5D44A-83A2-9C73-874C-31BD220D493C}"/>
              </a:ext>
            </a:extLst>
          </p:cNvPr>
          <p:cNvCxnSpPr>
            <a:cxnSpLocks/>
          </p:cNvCxnSpPr>
          <p:nvPr/>
        </p:nvCxnSpPr>
        <p:spPr>
          <a:xfrm>
            <a:off x="4929769" y="1637172"/>
            <a:ext cx="773468" cy="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F8EC1F66-44A8-7973-2595-27C808E6D010}"/>
              </a:ext>
            </a:extLst>
          </p:cNvPr>
          <p:cNvSpPr/>
          <p:nvPr/>
        </p:nvSpPr>
        <p:spPr>
          <a:xfrm rot="5400000">
            <a:off x="5598791" y="1394687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B17C23C-663A-1B59-81DE-43B7D286E082}"/>
              </a:ext>
            </a:extLst>
          </p:cNvPr>
          <p:cNvSpPr/>
          <p:nvPr/>
        </p:nvSpPr>
        <p:spPr>
          <a:xfrm rot="5400000">
            <a:off x="5626545" y="2518455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2249664-36D3-89A2-E4C2-70A331AEBBEB}"/>
              </a:ext>
            </a:extLst>
          </p:cNvPr>
          <p:cNvSpPr/>
          <p:nvPr/>
        </p:nvSpPr>
        <p:spPr>
          <a:xfrm rot="5400000">
            <a:off x="5668577" y="3662349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FA401D-B899-B380-67E5-294EBB62CB08}"/>
              </a:ext>
            </a:extLst>
          </p:cNvPr>
          <p:cNvSpPr txBox="1"/>
          <p:nvPr/>
        </p:nvSpPr>
        <p:spPr>
          <a:xfrm>
            <a:off x="5182181" y="1050236"/>
            <a:ext cx="11628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Criteria weights</a:t>
            </a:r>
            <a:endParaRPr lang="en-PK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EC2793-08AF-82E3-E26A-B9D83A3835A4}"/>
              </a:ext>
            </a:extLst>
          </p:cNvPr>
          <p:cNvSpPr/>
          <p:nvPr/>
        </p:nvSpPr>
        <p:spPr>
          <a:xfrm>
            <a:off x="7350903" y="2502620"/>
            <a:ext cx="517585" cy="4932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6C0B02-4913-65E8-4B00-A3F2CC089551}"/>
              </a:ext>
            </a:extLst>
          </p:cNvPr>
          <p:cNvSpPr txBox="1"/>
          <p:nvPr/>
        </p:nvSpPr>
        <p:spPr>
          <a:xfrm>
            <a:off x="7466066" y="257754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  <a:endParaRPr lang="en-PK" sz="16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C7192BD-A949-3938-5D50-76A13BE552D3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6125949" y="1619920"/>
            <a:ext cx="14664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516CC2B-1B22-4F15-519A-93D019816150}"/>
              </a:ext>
            </a:extLst>
          </p:cNvPr>
          <p:cNvCxnSpPr/>
          <p:nvPr/>
        </p:nvCxnSpPr>
        <p:spPr>
          <a:xfrm flipV="1">
            <a:off x="6173491" y="3887582"/>
            <a:ext cx="141473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8F427DC-E8B4-7D80-C6B7-C48FE3C275EB}"/>
              </a:ext>
            </a:extLst>
          </p:cNvPr>
          <p:cNvCxnSpPr>
            <a:stCxn id="44" idx="0"/>
            <a:endCxn id="47" idx="2"/>
          </p:cNvCxnSpPr>
          <p:nvPr/>
        </p:nvCxnSpPr>
        <p:spPr>
          <a:xfrm>
            <a:off x="6153703" y="2743689"/>
            <a:ext cx="1197200" cy="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0CB665-208D-860B-AE5F-43188DDBA9D7}"/>
              </a:ext>
            </a:extLst>
          </p:cNvPr>
          <p:cNvCxnSpPr>
            <a:endCxn id="47" idx="4"/>
          </p:cNvCxnSpPr>
          <p:nvPr/>
        </p:nvCxnSpPr>
        <p:spPr>
          <a:xfrm flipV="1">
            <a:off x="7609695" y="2995916"/>
            <a:ext cx="1" cy="89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E2BA28-6473-D644-FECE-F86672DF5176}"/>
              </a:ext>
            </a:extLst>
          </p:cNvPr>
          <p:cNvCxnSpPr>
            <a:endCxn id="47" idx="0"/>
          </p:cNvCxnSpPr>
          <p:nvPr/>
        </p:nvCxnSpPr>
        <p:spPr>
          <a:xfrm>
            <a:off x="7588227" y="1629160"/>
            <a:ext cx="21469" cy="87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D0C75F-5CA8-C138-3BB4-2B07AADE587C}"/>
                  </a:ext>
                </a:extLst>
              </p:cNvPr>
              <p:cNvSpPr txBox="1"/>
              <p:nvPr/>
            </p:nvSpPr>
            <p:spPr>
              <a:xfrm>
                <a:off x="5629285" y="1439220"/>
                <a:ext cx="430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K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D0C75F-5CA8-C138-3BB4-2B07AADE5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285" y="1439220"/>
                <a:ext cx="43043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A4FD7A-5FB2-8BDD-15DE-CB43F54A65E8}"/>
                  </a:ext>
                </a:extLst>
              </p:cNvPr>
              <p:cNvSpPr txBox="1"/>
              <p:nvPr/>
            </p:nvSpPr>
            <p:spPr>
              <a:xfrm>
                <a:off x="5652346" y="2552653"/>
                <a:ext cx="434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K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A4FD7A-5FB2-8BDD-15DE-CB43F54A6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46" y="2552653"/>
                <a:ext cx="434606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872447-BDC9-8C0A-2F77-8E3DFA04B429}"/>
                  </a:ext>
                </a:extLst>
              </p:cNvPr>
              <p:cNvSpPr txBox="1"/>
              <p:nvPr/>
            </p:nvSpPr>
            <p:spPr>
              <a:xfrm>
                <a:off x="5691026" y="3712725"/>
                <a:ext cx="434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PK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872447-BDC9-8C0A-2F77-8E3DFA04B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026" y="3712725"/>
                <a:ext cx="43460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5C84E9E1-10B5-2AD3-5C5E-AE4A3FEF049E}"/>
              </a:ext>
            </a:extLst>
          </p:cNvPr>
          <p:cNvSpPr txBox="1"/>
          <p:nvPr/>
        </p:nvSpPr>
        <p:spPr>
          <a:xfrm>
            <a:off x="2386998" y="2201930"/>
            <a:ext cx="453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Task</a:t>
            </a:r>
            <a:endParaRPr lang="en-PK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AFB453-ED02-ED55-D2C2-7F034B0BB4ED}"/>
              </a:ext>
            </a:extLst>
          </p:cNvPr>
          <p:cNvSpPr txBox="1"/>
          <p:nvPr/>
        </p:nvSpPr>
        <p:spPr>
          <a:xfrm>
            <a:off x="4013335" y="1090145"/>
            <a:ext cx="643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Criteria</a:t>
            </a:r>
            <a:endParaRPr lang="en-PK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8D9F40-CCB1-E873-2BC5-18DDA87F8FB0}"/>
              </a:ext>
            </a:extLst>
          </p:cNvPr>
          <p:cNvSpPr/>
          <p:nvPr/>
        </p:nvSpPr>
        <p:spPr>
          <a:xfrm>
            <a:off x="9065687" y="2514024"/>
            <a:ext cx="1040731" cy="493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Final score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D4B3E7B-6181-F56E-1DCE-12E2490DFC10}"/>
              </a:ext>
            </a:extLst>
          </p:cNvPr>
          <p:cNvCxnSpPr/>
          <p:nvPr/>
        </p:nvCxnSpPr>
        <p:spPr>
          <a:xfrm>
            <a:off x="7868487" y="2740773"/>
            <a:ext cx="1197200" cy="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Rating Star with solid fill">
            <a:extLst>
              <a:ext uri="{FF2B5EF4-FFF2-40B4-BE49-F238E27FC236}">
                <a16:creationId xmlns:a16="http://schemas.microsoft.com/office/drawing/2014/main" id="{B50EA89A-EE61-C4EA-9DA6-89C8BCAF9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2413" y="1766717"/>
            <a:ext cx="533491" cy="533491"/>
          </a:xfrm>
          <a:prstGeom prst="rect">
            <a:avLst/>
          </a:prstGeom>
        </p:spPr>
      </p:pic>
      <p:pic>
        <p:nvPicPr>
          <p:cNvPr id="66" name="Graphic 65" descr="Rating 3 Star with solid fill">
            <a:extLst>
              <a:ext uri="{FF2B5EF4-FFF2-40B4-BE49-F238E27FC236}">
                <a16:creationId xmlns:a16="http://schemas.microsoft.com/office/drawing/2014/main" id="{026E3280-8078-7EB7-704C-25FEAA4D3F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2566" y="1764169"/>
            <a:ext cx="533491" cy="533491"/>
          </a:xfrm>
          <a:prstGeom prst="rect">
            <a:avLst/>
          </a:prstGeom>
        </p:spPr>
      </p:pic>
      <p:pic>
        <p:nvPicPr>
          <p:cNvPr id="68" name="Graphic 67" descr="Rating 3 Star with solid fill">
            <a:extLst>
              <a:ext uri="{FF2B5EF4-FFF2-40B4-BE49-F238E27FC236}">
                <a16:creationId xmlns:a16="http://schemas.microsoft.com/office/drawing/2014/main" id="{E6C4A3EA-7477-82EA-E199-1ED8ECDE2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1950" y="2890153"/>
            <a:ext cx="538661" cy="538661"/>
          </a:xfrm>
          <a:prstGeom prst="rect">
            <a:avLst/>
          </a:prstGeom>
        </p:spPr>
      </p:pic>
      <p:pic>
        <p:nvPicPr>
          <p:cNvPr id="70" name="Graphic 69" descr="Rating 3 Star outline">
            <a:extLst>
              <a:ext uri="{FF2B5EF4-FFF2-40B4-BE49-F238E27FC236}">
                <a16:creationId xmlns:a16="http://schemas.microsoft.com/office/drawing/2014/main" id="{12A7C625-2A26-57D1-FD64-86781328B9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97243" y="2890153"/>
            <a:ext cx="538661" cy="538661"/>
          </a:xfrm>
          <a:prstGeom prst="rect">
            <a:avLst/>
          </a:prstGeom>
        </p:spPr>
      </p:pic>
      <p:pic>
        <p:nvPicPr>
          <p:cNvPr id="71" name="Graphic 70" descr="Rating 3 Star with solid fill">
            <a:extLst>
              <a:ext uri="{FF2B5EF4-FFF2-40B4-BE49-F238E27FC236}">
                <a16:creationId xmlns:a16="http://schemas.microsoft.com/office/drawing/2014/main" id="{FA0249C5-6AC3-4EB7-AAD4-ADAE80832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1950" y="4020502"/>
            <a:ext cx="538661" cy="538661"/>
          </a:xfrm>
          <a:prstGeom prst="rect">
            <a:avLst/>
          </a:prstGeom>
        </p:spPr>
      </p:pic>
      <p:pic>
        <p:nvPicPr>
          <p:cNvPr id="72" name="Graphic 71" descr="Rating 3 Star outline">
            <a:extLst>
              <a:ext uri="{FF2B5EF4-FFF2-40B4-BE49-F238E27FC236}">
                <a16:creationId xmlns:a16="http://schemas.microsoft.com/office/drawing/2014/main" id="{BB82E24C-3B91-AEC1-60B8-FDF1133638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97243" y="4020502"/>
            <a:ext cx="538661" cy="538661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C76DE2EB-AD96-8884-D2BF-CB7C1C15890B}"/>
              </a:ext>
            </a:extLst>
          </p:cNvPr>
          <p:cNvSpPr txBox="1"/>
          <p:nvPr/>
        </p:nvSpPr>
        <p:spPr>
          <a:xfrm>
            <a:off x="1022555" y="4630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106F4AA8-DB89-BE23-E910-6142074498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2701" y="4491432"/>
            <a:ext cx="10515600" cy="1467192"/>
          </a:xfrm>
        </p:spPr>
        <p:txBody>
          <a:bodyPr/>
          <a:lstStyle/>
          <a:p>
            <a:r>
              <a:rPr lang="en-US" dirty="0"/>
              <a:t>The weights in the above flowchart depends on the survey result from the community and experts (YOU!).</a:t>
            </a:r>
          </a:p>
          <a:p>
            <a:r>
              <a:rPr lang="en-US" dirty="0"/>
              <a:t>How would it affect the score? Let’s see!</a:t>
            </a:r>
          </a:p>
        </p:txBody>
      </p:sp>
    </p:spTree>
    <p:extLst>
      <p:ext uri="{BB962C8B-B14F-4D97-AF65-F5344CB8AC3E}">
        <p14:creationId xmlns:p14="http://schemas.microsoft.com/office/powerpoint/2010/main" val="62464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43" grpId="0" animBg="1"/>
      <p:bldP spid="44" grpId="0" animBg="1"/>
      <p:bldP spid="45" grpId="0" animBg="1"/>
      <p:bldP spid="46" grpId="0"/>
      <p:bldP spid="47" grpId="0" animBg="1"/>
      <p:bldP spid="48" grpId="0"/>
      <p:bldP spid="54" grpId="0"/>
      <p:bldP spid="55" grpId="0"/>
      <p:bldP spid="56" grpId="0"/>
      <p:bldP spid="57" grpId="0"/>
      <p:bldP spid="58" grpId="0"/>
      <p:bldP spid="59" grpId="0" animBg="1"/>
      <p:bldP spid="7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Criteria Weights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8F295-E4AD-0A91-7879-4820170D1927}"/>
              </a:ext>
            </a:extLst>
          </p:cNvPr>
          <p:cNvSpPr/>
          <p:nvPr/>
        </p:nvSpPr>
        <p:spPr>
          <a:xfrm>
            <a:off x="2381737" y="2997091"/>
            <a:ext cx="1040731" cy="4932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ZEV Evacuation  Readiness Score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667A92-3512-61E9-BFE9-E1FB6F564353}"/>
              </a:ext>
            </a:extLst>
          </p:cNvPr>
          <p:cNvSpPr/>
          <p:nvPr/>
        </p:nvSpPr>
        <p:spPr>
          <a:xfrm>
            <a:off x="4176447" y="1873321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Exposure Analysis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D8EF7E-F272-98C9-58BB-10E6BCAEA631}"/>
              </a:ext>
            </a:extLst>
          </p:cNvPr>
          <p:cNvSpPr/>
          <p:nvPr/>
        </p:nvSpPr>
        <p:spPr>
          <a:xfrm>
            <a:off x="4176447" y="2997090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Infrastructure Vulnerability Assessment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A3F063-772F-6F24-9312-76D43E827553}"/>
              </a:ext>
            </a:extLst>
          </p:cNvPr>
          <p:cNvSpPr/>
          <p:nvPr/>
        </p:nvSpPr>
        <p:spPr>
          <a:xfrm>
            <a:off x="4176446" y="4120859"/>
            <a:ext cx="1040731" cy="49329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Adaptive Capacity of Infrastructure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227861-F0E6-0D2F-8496-293BD30F2E62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3422468" y="2119969"/>
            <a:ext cx="753979" cy="1123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394FD2E-38EF-9310-77BD-D5D688B9AA11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 flipV="1">
            <a:off x="3422468" y="3243738"/>
            <a:ext cx="7539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CF9A02-A9E0-E03D-CA77-191513DF7394}"/>
              </a:ext>
            </a:extLst>
          </p:cNvPr>
          <p:cNvCxnSpPr>
            <a:stCxn id="33" idx="3"/>
            <a:endCxn id="36" idx="1"/>
          </p:cNvCxnSpPr>
          <p:nvPr/>
        </p:nvCxnSpPr>
        <p:spPr>
          <a:xfrm>
            <a:off x="3422468" y="3243739"/>
            <a:ext cx="753978" cy="1123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487A41-3DD0-FD00-79AE-CF98358F638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5217177" y="4367506"/>
            <a:ext cx="83385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E7EB58-3C55-738F-CE1E-81B1324F6CDE}"/>
              </a:ext>
            </a:extLst>
          </p:cNvPr>
          <p:cNvCxnSpPr>
            <a:cxnSpLocks/>
          </p:cNvCxnSpPr>
          <p:nvPr/>
        </p:nvCxnSpPr>
        <p:spPr>
          <a:xfrm>
            <a:off x="5217176" y="3223612"/>
            <a:ext cx="773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E5D44A-83A2-9C73-874C-31BD220D493C}"/>
              </a:ext>
            </a:extLst>
          </p:cNvPr>
          <p:cNvCxnSpPr>
            <a:cxnSpLocks/>
          </p:cNvCxnSpPr>
          <p:nvPr/>
        </p:nvCxnSpPr>
        <p:spPr>
          <a:xfrm>
            <a:off x="5217175" y="2117096"/>
            <a:ext cx="773468" cy="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F8EC1F66-44A8-7973-2595-27C808E6D010}"/>
              </a:ext>
            </a:extLst>
          </p:cNvPr>
          <p:cNvSpPr/>
          <p:nvPr/>
        </p:nvSpPr>
        <p:spPr>
          <a:xfrm rot="5400000">
            <a:off x="5886197" y="1874611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B17C23C-663A-1B59-81DE-43B7D286E082}"/>
              </a:ext>
            </a:extLst>
          </p:cNvPr>
          <p:cNvSpPr/>
          <p:nvPr/>
        </p:nvSpPr>
        <p:spPr>
          <a:xfrm rot="5400000">
            <a:off x="5913951" y="2998379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2249664-36D3-89A2-E4C2-70A331AEBBEB}"/>
              </a:ext>
            </a:extLst>
          </p:cNvPr>
          <p:cNvSpPr/>
          <p:nvPr/>
        </p:nvSpPr>
        <p:spPr>
          <a:xfrm rot="5400000">
            <a:off x="5955983" y="4142273"/>
            <a:ext cx="603849" cy="45046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K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FA401D-B899-B380-67E5-294EBB62CB08}"/>
              </a:ext>
            </a:extLst>
          </p:cNvPr>
          <p:cNvSpPr txBox="1"/>
          <p:nvPr/>
        </p:nvSpPr>
        <p:spPr>
          <a:xfrm>
            <a:off x="5469587" y="1530160"/>
            <a:ext cx="11628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Criteria weights</a:t>
            </a:r>
            <a:endParaRPr lang="en-PK" sz="12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EC2793-08AF-82E3-E26A-B9D83A3835A4}"/>
              </a:ext>
            </a:extLst>
          </p:cNvPr>
          <p:cNvSpPr/>
          <p:nvPr/>
        </p:nvSpPr>
        <p:spPr>
          <a:xfrm>
            <a:off x="7638309" y="2982544"/>
            <a:ext cx="517585" cy="4932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6C0B02-4913-65E8-4B00-A3F2CC089551}"/>
              </a:ext>
            </a:extLst>
          </p:cNvPr>
          <p:cNvSpPr txBox="1"/>
          <p:nvPr/>
        </p:nvSpPr>
        <p:spPr>
          <a:xfrm>
            <a:off x="7753472" y="305747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+</a:t>
            </a:r>
            <a:endParaRPr lang="en-PK" sz="16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C7192BD-A949-3938-5D50-76A13BE552D3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6413355" y="2099844"/>
            <a:ext cx="14664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516CC2B-1B22-4F15-519A-93D019816150}"/>
              </a:ext>
            </a:extLst>
          </p:cNvPr>
          <p:cNvCxnSpPr/>
          <p:nvPr/>
        </p:nvCxnSpPr>
        <p:spPr>
          <a:xfrm flipV="1">
            <a:off x="6460897" y="4367506"/>
            <a:ext cx="141473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8F427DC-E8B4-7D80-C6B7-C48FE3C275EB}"/>
              </a:ext>
            </a:extLst>
          </p:cNvPr>
          <p:cNvCxnSpPr>
            <a:stCxn id="44" idx="0"/>
            <a:endCxn id="47" idx="2"/>
          </p:cNvCxnSpPr>
          <p:nvPr/>
        </p:nvCxnSpPr>
        <p:spPr>
          <a:xfrm>
            <a:off x="6441109" y="3223613"/>
            <a:ext cx="1197200" cy="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0CB665-208D-860B-AE5F-43188DDBA9D7}"/>
              </a:ext>
            </a:extLst>
          </p:cNvPr>
          <p:cNvCxnSpPr>
            <a:endCxn id="47" idx="4"/>
          </p:cNvCxnSpPr>
          <p:nvPr/>
        </p:nvCxnSpPr>
        <p:spPr>
          <a:xfrm flipV="1">
            <a:off x="7897101" y="3475840"/>
            <a:ext cx="1" cy="89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E2BA28-6473-D644-FECE-F86672DF5176}"/>
              </a:ext>
            </a:extLst>
          </p:cNvPr>
          <p:cNvCxnSpPr>
            <a:endCxn id="47" idx="0"/>
          </p:cNvCxnSpPr>
          <p:nvPr/>
        </p:nvCxnSpPr>
        <p:spPr>
          <a:xfrm>
            <a:off x="7875633" y="2109084"/>
            <a:ext cx="21469" cy="87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D0C75F-5CA8-C138-3BB4-2B07AADE587C}"/>
                  </a:ext>
                </a:extLst>
              </p:cNvPr>
              <p:cNvSpPr txBox="1"/>
              <p:nvPr/>
            </p:nvSpPr>
            <p:spPr>
              <a:xfrm>
                <a:off x="5916691" y="1919144"/>
                <a:ext cx="430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PK" sz="1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D0C75F-5CA8-C138-3BB4-2B07AADE5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691" y="1919144"/>
                <a:ext cx="43043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A4FD7A-5FB2-8BDD-15DE-CB43F54A65E8}"/>
                  </a:ext>
                </a:extLst>
              </p:cNvPr>
              <p:cNvSpPr txBox="1"/>
              <p:nvPr/>
            </p:nvSpPr>
            <p:spPr>
              <a:xfrm>
                <a:off x="5939752" y="3032577"/>
                <a:ext cx="434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PK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2A4FD7A-5FB2-8BDD-15DE-CB43F54A6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752" y="3032577"/>
                <a:ext cx="434606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872447-BDC9-8C0A-2F77-8E3DFA04B429}"/>
                  </a:ext>
                </a:extLst>
              </p:cNvPr>
              <p:cNvSpPr txBox="1"/>
              <p:nvPr/>
            </p:nvSpPr>
            <p:spPr>
              <a:xfrm>
                <a:off x="5978432" y="4192649"/>
                <a:ext cx="4346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PK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872447-BDC9-8C0A-2F77-8E3DFA04B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432" y="4192649"/>
                <a:ext cx="43460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5C84E9E1-10B5-2AD3-5C5E-AE4A3FEF049E}"/>
              </a:ext>
            </a:extLst>
          </p:cNvPr>
          <p:cNvSpPr txBox="1"/>
          <p:nvPr/>
        </p:nvSpPr>
        <p:spPr>
          <a:xfrm>
            <a:off x="2674404" y="2681854"/>
            <a:ext cx="453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Task</a:t>
            </a:r>
            <a:endParaRPr lang="en-PK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AFB453-ED02-ED55-D2C2-7F034B0BB4ED}"/>
              </a:ext>
            </a:extLst>
          </p:cNvPr>
          <p:cNvSpPr txBox="1"/>
          <p:nvPr/>
        </p:nvSpPr>
        <p:spPr>
          <a:xfrm>
            <a:off x="4300741" y="1570069"/>
            <a:ext cx="643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Criteria</a:t>
            </a:r>
            <a:endParaRPr lang="en-PK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8D9F40-CCB1-E873-2BC5-18DDA87F8FB0}"/>
              </a:ext>
            </a:extLst>
          </p:cNvPr>
          <p:cNvSpPr/>
          <p:nvPr/>
        </p:nvSpPr>
        <p:spPr>
          <a:xfrm>
            <a:off x="9353093" y="2993948"/>
            <a:ext cx="1040731" cy="493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Final score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D4B3E7B-6181-F56E-1DCE-12E2490DFC10}"/>
              </a:ext>
            </a:extLst>
          </p:cNvPr>
          <p:cNvCxnSpPr/>
          <p:nvPr/>
        </p:nvCxnSpPr>
        <p:spPr>
          <a:xfrm>
            <a:off x="8155893" y="3220697"/>
            <a:ext cx="1197200" cy="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Rating Star with solid fill">
            <a:extLst>
              <a:ext uri="{FF2B5EF4-FFF2-40B4-BE49-F238E27FC236}">
                <a16:creationId xmlns:a16="http://schemas.microsoft.com/office/drawing/2014/main" id="{B50EA89A-EE61-C4EA-9DA6-89C8BCAF9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9819" y="2246641"/>
            <a:ext cx="533491" cy="533491"/>
          </a:xfrm>
          <a:prstGeom prst="rect">
            <a:avLst/>
          </a:prstGeom>
        </p:spPr>
      </p:pic>
      <p:pic>
        <p:nvPicPr>
          <p:cNvPr id="66" name="Graphic 65" descr="Rating 3 Star with solid fill">
            <a:extLst>
              <a:ext uri="{FF2B5EF4-FFF2-40B4-BE49-F238E27FC236}">
                <a16:creationId xmlns:a16="http://schemas.microsoft.com/office/drawing/2014/main" id="{026E3280-8078-7EB7-704C-25FEAA4D3F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49972" y="2244093"/>
            <a:ext cx="533491" cy="533491"/>
          </a:xfrm>
          <a:prstGeom prst="rect">
            <a:avLst/>
          </a:prstGeom>
        </p:spPr>
      </p:pic>
      <p:pic>
        <p:nvPicPr>
          <p:cNvPr id="68" name="Graphic 67" descr="Rating 3 Star with solid fill">
            <a:extLst>
              <a:ext uri="{FF2B5EF4-FFF2-40B4-BE49-F238E27FC236}">
                <a16:creationId xmlns:a16="http://schemas.microsoft.com/office/drawing/2014/main" id="{E6C4A3EA-7477-82EA-E199-1ED8ECDE2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49356" y="3370077"/>
            <a:ext cx="538661" cy="538661"/>
          </a:xfrm>
          <a:prstGeom prst="rect">
            <a:avLst/>
          </a:prstGeom>
        </p:spPr>
      </p:pic>
      <p:pic>
        <p:nvPicPr>
          <p:cNvPr id="70" name="Graphic 69" descr="Rating 3 Star outline">
            <a:extLst>
              <a:ext uri="{FF2B5EF4-FFF2-40B4-BE49-F238E27FC236}">
                <a16:creationId xmlns:a16="http://schemas.microsoft.com/office/drawing/2014/main" id="{12A7C625-2A26-57D1-FD64-86781328B9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649" y="3370077"/>
            <a:ext cx="538661" cy="538661"/>
          </a:xfrm>
          <a:prstGeom prst="rect">
            <a:avLst/>
          </a:prstGeom>
        </p:spPr>
      </p:pic>
      <p:pic>
        <p:nvPicPr>
          <p:cNvPr id="71" name="Graphic 70" descr="Rating 3 Star with solid fill">
            <a:extLst>
              <a:ext uri="{FF2B5EF4-FFF2-40B4-BE49-F238E27FC236}">
                <a16:creationId xmlns:a16="http://schemas.microsoft.com/office/drawing/2014/main" id="{FA0249C5-6AC3-4EB7-AAD4-ADAE80832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49356" y="4500426"/>
            <a:ext cx="538661" cy="538661"/>
          </a:xfrm>
          <a:prstGeom prst="rect">
            <a:avLst/>
          </a:prstGeom>
        </p:spPr>
      </p:pic>
      <p:pic>
        <p:nvPicPr>
          <p:cNvPr id="72" name="Graphic 71" descr="Rating 3 Star outline">
            <a:extLst>
              <a:ext uri="{FF2B5EF4-FFF2-40B4-BE49-F238E27FC236}">
                <a16:creationId xmlns:a16="http://schemas.microsoft.com/office/drawing/2014/main" id="{BB82E24C-3B91-AEC1-60B8-FDF1133638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649" y="4500426"/>
            <a:ext cx="538661" cy="538661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C76DE2EB-AD96-8884-D2BF-CB7C1C15890B}"/>
              </a:ext>
            </a:extLst>
          </p:cNvPr>
          <p:cNvSpPr txBox="1"/>
          <p:nvPr/>
        </p:nvSpPr>
        <p:spPr>
          <a:xfrm>
            <a:off x="1022555" y="4630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B685A35-5C14-7D24-28B2-87282730B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22" y="1002984"/>
            <a:ext cx="10515600" cy="492154"/>
          </a:xfrm>
        </p:spPr>
        <p:txBody>
          <a:bodyPr/>
          <a:lstStyle/>
          <a:p>
            <a:r>
              <a:rPr lang="en-US" dirty="0"/>
              <a:t>Let’s calculate ZEV Score for different weights: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F287D-E840-DF19-556B-EF7C98B30B6B}"/>
              </a:ext>
            </a:extLst>
          </p:cNvPr>
          <p:cNvSpPr txBox="1"/>
          <p:nvPr/>
        </p:nvSpPr>
        <p:spPr>
          <a:xfrm>
            <a:off x="6233884" y="2168498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BAE5A9-D19E-4AE6-4A4F-E4776E96081B}"/>
              </a:ext>
            </a:extLst>
          </p:cNvPr>
          <p:cNvSpPr txBox="1"/>
          <p:nvPr/>
        </p:nvSpPr>
        <p:spPr>
          <a:xfrm>
            <a:off x="6275711" y="3351033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29AAF-A8A4-1EA4-2A42-8EC795D2C777}"/>
              </a:ext>
            </a:extLst>
          </p:cNvPr>
          <p:cNvSpPr txBox="1"/>
          <p:nvPr/>
        </p:nvSpPr>
        <p:spPr>
          <a:xfrm>
            <a:off x="6275711" y="4515542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7E96F-ACD0-BC6E-D482-66A8404EF0F7}"/>
              </a:ext>
            </a:extLst>
          </p:cNvPr>
          <p:cNvSpPr txBox="1"/>
          <p:nvPr/>
        </p:nvSpPr>
        <p:spPr>
          <a:xfrm>
            <a:off x="7914127" y="2734284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D7445-D4B5-CA98-3BD8-6104673D4B40}"/>
              </a:ext>
            </a:extLst>
          </p:cNvPr>
          <p:cNvSpPr txBox="1"/>
          <p:nvPr/>
        </p:nvSpPr>
        <p:spPr>
          <a:xfrm>
            <a:off x="7299567" y="3243739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32B91-5891-3F74-83AA-B338516C4BEB}"/>
              </a:ext>
            </a:extLst>
          </p:cNvPr>
          <p:cNvSpPr txBox="1"/>
          <p:nvPr/>
        </p:nvSpPr>
        <p:spPr>
          <a:xfrm>
            <a:off x="7914127" y="3436097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08452-4E38-8D21-5338-2E96BFED9595}"/>
              </a:ext>
            </a:extLst>
          </p:cNvPr>
          <p:cNvSpPr txBox="1"/>
          <p:nvPr/>
        </p:nvSpPr>
        <p:spPr>
          <a:xfrm>
            <a:off x="9090455" y="3551516"/>
            <a:ext cx="163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Final Score # 1= 3.1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7476C-7419-5192-A7A6-328F8D2698DE}"/>
              </a:ext>
            </a:extLst>
          </p:cNvPr>
          <p:cNvSpPr txBox="1"/>
          <p:nvPr/>
        </p:nvSpPr>
        <p:spPr>
          <a:xfrm>
            <a:off x="6242739" y="1718049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CA291-7B51-3D5C-02B5-0FAA97F07328}"/>
              </a:ext>
            </a:extLst>
          </p:cNvPr>
          <p:cNvSpPr txBox="1"/>
          <p:nvPr/>
        </p:nvSpPr>
        <p:spPr>
          <a:xfrm>
            <a:off x="6257907" y="2843201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D3CEEA-012E-A46E-A0D4-253D4F89F0DF}"/>
              </a:ext>
            </a:extLst>
          </p:cNvPr>
          <p:cNvSpPr txBox="1"/>
          <p:nvPr/>
        </p:nvSpPr>
        <p:spPr>
          <a:xfrm>
            <a:off x="6299884" y="3954882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DCF96D-740C-F21E-AA6F-310F80723199}"/>
              </a:ext>
            </a:extLst>
          </p:cNvPr>
          <p:cNvSpPr txBox="1"/>
          <p:nvPr/>
        </p:nvSpPr>
        <p:spPr>
          <a:xfrm>
            <a:off x="7978040" y="2542554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92241A-0114-CC57-6FF9-69639823D492}"/>
              </a:ext>
            </a:extLst>
          </p:cNvPr>
          <p:cNvSpPr txBox="1"/>
          <p:nvPr/>
        </p:nvSpPr>
        <p:spPr>
          <a:xfrm>
            <a:off x="7906933" y="3633627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53C433-5496-B107-30B1-5FBE2FB78F69}"/>
              </a:ext>
            </a:extLst>
          </p:cNvPr>
          <p:cNvSpPr txBox="1"/>
          <p:nvPr/>
        </p:nvSpPr>
        <p:spPr>
          <a:xfrm>
            <a:off x="7304872" y="2913235"/>
            <a:ext cx="476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0.6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617A3-9B50-3495-AC47-AEE0FBFB6ED0}"/>
              </a:ext>
            </a:extLst>
          </p:cNvPr>
          <p:cNvSpPr txBox="1"/>
          <p:nvPr/>
        </p:nvSpPr>
        <p:spPr>
          <a:xfrm>
            <a:off x="9057202" y="2582706"/>
            <a:ext cx="163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Final Score # 2= 3.5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C0D737BB-FDBD-5C72-3986-8372CD9E7EBC}"/>
              </a:ext>
            </a:extLst>
          </p:cNvPr>
          <p:cNvSpPr txBox="1">
            <a:spLocks/>
          </p:cNvSpPr>
          <p:nvPr/>
        </p:nvSpPr>
        <p:spPr>
          <a:xfrm>
            <a:off x="505822" y="5076755"/>
            <a:ext cx="10515600" cy="4921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Let’s see what different criteria are in detail.</a:t>
            </a:r>
          </a:p>
        </p:txBody>
      </p:sp>
    </p:spTree>
    <p:extLst>
      <p:ext uri="{BB962C8B-B14F-4D97-AF65-F5344CB8AC3E}">
        <p14:creationId xmlns:p14="http://schemas.microsoft.com/office/powerpoint/2010/main" val="7665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Exposure Analysis (EI)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A18B72C-EFBF-82DA-A0A4-F315A952EB71}"/>
              </a:ext>
            </a:extLst>
          </p:cNvPr>
          <p:cNvSpPr txBox="1">
            <a:spLocks/>
          </p:cNvSpPr>
          <p:nvPr/>
        </p:nvSpPr>
        <p:spPr>
          <a:xfrm>
            <a:off x="505822" y="1134674"/>
            <a:ext cx="6931298" cy="34881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ffectLst/>
                <a:ea typeface="Calibri" panose="020F0502020204030204" pitchFamily="34" charset="0"/>
              </a:rPr>
              <a:t>This criterion deals with the estimation of the level to which the area/county is prone to certain hazards.</a:t>
            </a:r>
          </a:p>
          <a:p>
            <a:r>
              <a:rPr lang="en-US" sz="2400" dirty="0">
                <a:effectLst/>
                <a:ea typeface="Calibri" panose="020F0502020204030204" pitchFamily="34" charset="0"/>
              </a:rPr>
              <a:t>These hazards can include wildfires, floods, earthquakes, or an overall estimation of all kinds of hazards.</a:t>
            </a:r>
          </a:p>
          <a:p>
            <a:r>
              <a:rPr lang="en-US" sz="2400" dirty="0">
                <a:effectLst/>
                <a:ea typeface="Calibri" panose="020F0502020204030204" pitchFamily="34" charset="0"/>
              </a:rPr>
              <a:t>In our study, we are giving a score to each county based on maps developed for hazard analysis and estimation methods.</a:t>
            </a:r>
            <a:endParaRPr lang="en-US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F224A5-B1D9-5996-AFBD-6B9F29BC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60" y="245882"/>
            <a:ext cx="4711095" cy="57557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BF96631-48D7-8B10-F985-08D9C9A70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40" y="4975123"/>
            <a:ext cx="4457382" cy="24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9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Vulnerability Assessment (IVS)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A18B72C-EFBF-82DA-A0A4-F315A952EB71}"/>
              </a:ext>
            </a:extLst>
          </p:cNvPr>
          <p:cNvSpPr txBox="1">
            <a:spLocks/>
          </p:cNvSpPr>
          <p:nvPr/>
        </p:nvSpPr>
        <p:spPr>
          <a:xfrm>
            <a:off x="505822" y="1165154"/>
            <a:ext cx="11107058" cy="20962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This criterion deals with the assessment of already available infrastructure.</a:t>
            </a:r>
          </a:p>
          <a:p>
            <a:r>
              <a:rPr lang="en-US" sz="2400" dirty="0"/>
              <a:t>This infrastructure include Electric chargers, roads, electricity transmission network etc.</a:t>
            </a:r>
          </a:p>
          <a:p>
            <a:r>
              <a:rPr lang="en-US" sz="2400" dirty="0"/>
              <a:t>We are assessing the ability of area/county to deal with any natural hazards with already built/developed infrastructure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EF2F6-1F94-FF9B-5DAF-49112878EFFC}"/>
              </a:ext>
            </a:extLst>
          </p:cNvPr>
          <p:cNvSpPr/>
          <p:nvPr/>
        </p:nvSpPr>
        <p:spPr>
          <a:xfrm>
            <a:off x="4847164" y="3596640"/>
            <a:ext cx="2378242" cy="70174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Infrastructure Vulnerability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DC6AD7-1C46-9999-881A-92EFC4678F2D}"/>
              </a:ext>
            </a:extLst>
          </p:cNvPr>
          <p:cNvSpPr/>
          <p:nvPr/>
        </p:nvSpPr>
        <p:spPr>
          <a:xfrm>
            <a:off x="2602368" y="4805487"/>
            <a:ext cx="1578372" cy="6385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Probability of a blackout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56A7C-B1EC-E469-FAB9-BB2D78F7AACA}"/>
              </a:ext>
            </a:extLst>
          </p:cNvPr>
          <p:cNvSpPr/>
          <p:nvPr/>
        </p:nvSpPr>
        <p:spPr>
          <a:xfrm>
            <a:off x="5148398" y="4804655"/>
            <a:ext cx="1775774" cy="63858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Charging stations per vehicle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B6032-2C0B-111E-2F89-76415720D1CE}"/>
              </a:ext>
            </a:extLst>
          </p:cNvPr>
          <p:cNvSpPr/>
          <p:nvPr/>
        </p:nvSpPr>
        <p:spPr>
          <a:xfrm>
            <a:off x="7976053" y="4804655"/>
            <a:ext cx="1693047" cy="638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Evacuation Location/Distance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046E4B-5667-B122-82EC-C8CD63B373D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391554" y="4298382"/>
            <a:ext cx="2644731" cy="50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17ED74-AC25-0E96-C77A-BBB43DDC474D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36285" y="4298382"/>
            <a:ext cx="0" cy="506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12CAAE-C433-5120-6E1E-81E27CBD0BD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36285" y="4298382"/>
            <a:ext cx="2786292" cy="506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35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Capacity of Infrastructure (ACIS)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A18B72C-EFBF-82DA-A0A4-F315A952EB71}"/>
              </a:ext>
            </a:extLst>
          </p:cNvPr>
          <p:cNvSpPr txBox="1">
            <a:spLocks/>
          </p:cNvSpPr>
          <p:nvPr/>
        </p:nvSpPr>
        <p:spPr>
          <a:xfrm>
            <a:off x="505822" y="1165154"/>
            <a:ext cx="11107058" cy="20962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criterion deals with the assessment of how adaptive the already available infrastructure is in case of any natural hazard.</a:t>
            </a:r>
          </a:p>
          <a:p>
            <a:r>
              <a:rPr lang="en-US" dirty="0"/>
              <a:t> In this criterion, we estimate the ability of electric chargers, power generation units, power transmission systems and roads to take up load and stress in case of evacuation.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EF2F6-1F94-FF9B-5DAF-49112878EFFC}"/>
              </a:ext>
            </a:extLst>
          </p:cNvPr>
          <p:cNvSpPr/>
          <p:nvPr/>
        </p:nvSpPr>
        <p:spPr>
          <a:xfrm>
            <a:off x="4847164" y="3596640"/>
            <a:ext cx="2378242" cy="70174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Adaptive Capacity of Infrastructure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DC6AD7-1C46-9999-881A-92EFC4678F2D}"/>
              </a:ext>
            </a:extLst>
          </p:cNvPr>
          <p:cNvSpPr/>
          <p:nvPr/>
        </p:nvSpPr>
        <p:spPr>
          <a:xfrm>
            <a:off x="2602368" y="4804654"/>
            <a:ext cx="1578372" cy="7528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Transportation Infrastructure Assessment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56A7C-B1EC-E469-FAB9-BB2D78F7AACA}"/>
              </a:ext>
            </a:extLst>
          </p:cNvPr>
          <p:cNvSpPr/>
          <p:nvPr/>
        </p:nvSpPr>
        <p:spPr>
          <a:xfrm>
            <a:off x="5148398" y="4804655"/>
            <a:ext cx="1775774" cy="7528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Charging Stations Capacity to cope with huge influx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BB6032-2C0B-111E-2F89-76415720D1CE}"/>
              </a:ext>
            </a:extLst>
          </p:cNvPr>
          <p:cNvSpPr/>
          <p:nvPr/>
        </p:nvSpPr>
        <p:spPr>
          <a:xfrm>
            <a:off x="7976053" y="4804655"/>
            <a:ext cx="1693047" cy="7528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Backup/excess Generation of Electricity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046E4B-5667-B122-82EC-C8CD63B373D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391554" y="4298382"/>
            <a:ext cx="2644731" cy="506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17ED74-AC25-0E96-C77A-BBB43DDC474D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36285" y="4298382"/>
            <a:ext cx="0" cy="506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12CAAE-C433-5120-6E1E-81E27CBD0BD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36285" y="4298382"/>
            <a:ext cx="2786292" cy="506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26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CEBC2-6543-354F-BEBD-966B089B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6C1714-FA2E-6228-22DA-9D1A28EB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of a Coding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0F701-B3B4-DC09-10BE-A52EA4FC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1" y="936762"/>
            <a:ext cx="1270000" cy="15516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BF2D3E-66F7-BBFC-D2BE-F067E1EA4ACB}"/>
              </a:ext>
            </a:extLst>
          </p:cNvPr>
          <p:cNvSpPr/>
          <p:nvPr/>
        </p:nvSpPr>
        <p:spPr>
          <a:xfrm>
            <a:off x="346849" y="2740714"/>
            <a:ext cx="1329552" cy="4190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Probability of a blackout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1A9127-F989-568F-06D4-DE7600231706}"/>
              </a:ext>
            </a:extLst>
          </p:cNvPr>
          <p:cNvSpPr/>
          <p:nvPr/>
        </p:nvSpPr>
        <p:spPr>
          <a:xfrm>
            <a:off x="248148" y="3219477"/>
            <a:ext cx="1550172" cy="4190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Charging stations per vehicle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E1BBE-F33D-AE05-EE66-700BFE45B5DC}"/>
              </a:ext>
            </a:extLst>
          </p:cNvPr>
          <p:cNvSpPr/>
          <p:nvPr/>
        </p:nvSpPr>
        <p:spPr>
          <a:xfrm>
            <a:off x="248148" y="3739568"/>
            <a:ext cx="1550172" cy="4190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Evacuation Location/Distance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B2927-4B8E-3C74-2939-3DA96801E485}"/>
              </a:ext>
            </a:extLst>
          </p:cNvPr>
          <p:cNvSpPr/>
          <p:nvPr/>
        </p:nvSpPr>
        <p:spPr>
          <a:xfrm>
            <a:off x="346849" y="4369629"/>
            <a:ext cx="1297664" cy="5096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Transportation Infrastructure Assessment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F1F0B-E89B-1756-123D-38082E9EA5C5}"/>
              </a:ext>
            </a:extLst>
          </p:cNvPr>
          <p:cNvSpPr/>
          <p:nvPr/>
        </p:nvSpPr>
        <p:spPr>
          <a:xfrm>
            <a:off x="346849" y="4952888"/>
            <a:ext cx="1297664" cy="5096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Charging Stations Capacity to cope with huge influx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2656C-B141-F106-E398-0E23CF3EE6D0}"/>
              </a:ext>
            </a:extLst>
          </p:cNvPr>
          <p:cNvSpPr/>
          <p:nvPr/>
        </p:nvSpPr>
        <p:spPr>
          <a:xfrm>
            <a:off x="346849" y="5542168"/>
            <a:ext cx="1297664" cy="5096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Backup/excess Generation of Electricity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C931DB7-9331-A771-3983-2F6B3CD88505}"/>
              </a:ext>
            </a:extLst>
          </p:cNvPr>
          <p:cNvSpPr/>
          <p:nvPr/>
        </p:nvSpPr>
        <p:spPr>
          <a:xfrm>
            <a:off x="1798320" y="936762"/>
            <a:ext cx="182880" cy="15516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29F1D9E-35B4-7D13-DD7E-3EA2A9B70F16}"/>
              </a:ext>
            </a:extLst>
          </p:cNvPr>
          <p:cNvSpPr/>
          <p:nvPr/>
        </p:nvSpPr>
        <p:spPr>
          <a:xfrm>
            <a:off x="1808480" y="2689914"/>
            <a:ext cx="182880" cy="15516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576182A6-8607-0CAA-C23A-622873D44483}"/>
              </a:ext>
            </a:extLst>
          </p:cNvPr>
          <p:cNvSpPr/>
          <p:nvPr/>
        </p:nvSpPr>
        <p:spPr>
          <a:xfrm>
            <a:off x="1808480" y="4369629"/>
            <a:ext cx="172720" cy="16821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755A2-087D-C23B-D2CE-3D6CFE90E3EB}"/>
              </a:ext>
            </a:extLst>
          </p:cNvPr>
          <p:cNvSpPr txBox="1"/>
          <p:nvPr/>
        </p:nvSpPr>
        <p:spPr>
          <a:xfrm>
            <a:off x="1991360" y="152790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74E51C-B72B-F4B0-051A-98D7AA424F49}"/>
              </a:ext>
            </a:extLst>
          </p:cNvPr>
          <p:cNvSpPr txBox="1"/>
          <p:nvPr/>
        </p:nvSpPr>
        <p:spPr>
          <a:xfrm>
            <a:off x="1991360" y="3269191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0461E-6CFB-7D97-D592-BDB982EA6094}"/>
              </a:ext>
            </a:extLst>
          </p:cNvPr>
          <p:cNvSpPr txBox="1"/>
          <p:nvPr/>
        </p:nvSpPr>
        <p:spPr>
          <a:xfrm>
            <a:off x="1991360" y="5010482"/>
            <a:ext cx="65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ACIS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0EB12E-6AFF-A20B-AFD4-8529981F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347" y="2735107"/>
            <a:ext cx="1950707" cy="1430518"/>
          </a:xfrm>
          <a:prstGeom prst="rect">
            <a:avLst/>
          </a:prstGeom>
        </p:spPr>
      </p:pic>
      <p:pic>
        <p:nvPicPr>
          <p:cNvPr id="22" name="Graphic 21" descr="Programmer male with solid fill">
            <a:extLst>
              <a:ext uri="{FF2B5EF4-FFF2-40B4-BE49-F238E27FC236}">
                <a16:creationId xmlns:a16="http://schemas.microsoft.com/office/drawing/2014/main" id="{DD18D113-F159-0C9E-5DFC-722CCE294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180" y="2948134"/>
            <a:ext cx="914400" cy="914400"/>
          </a:xfrm>
          <a:prstGeom prst="rect">
            <a:avLst/>
          </a:prstGeom>
        </p:spPr>
      </p:pic>
      <p:pic>
        <p:nvPicPr>
          <p:cNvPr id="24" name="Graphic 23" descr="Clipboard with solid fill">
            <a:extLst>
              <a:ext uri="{FF2B5EF4-FFF2-40B4-BE49-F238E27FC236}">
                <a16:creationId xmlns:a16="http://schemas.microsoft.com/office/drawing/2014/main" id="{D18767FF-7B38-7A10-22EB-485BF037D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1041745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C7C7F47-EB91-8CD3-7B4B-73EB58525DE6}"/>
              </a:ext>
            </a:extLst>
          </p:cNvPr>
          <p:cNvSpPr txBox="1"/>
          <p:nvPr/>
        </p:nvSpPr>
        <p:spPr>
          <a:xfrm>
            <a:off x="5363047" y="1897232"/>
            <a:ext cx="149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Survey results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E650BD-CA7E-CBA9-1C9D-4C2EF5A148BC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2345944" y="1712566"/>
            <a:ext cx="2787403" cy="173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073E4C-10A2-5B41-5659-74A618354A97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 flipV="1">
            <a:off x="2641600" y="3450366"/>
            <a:ext cx="2491747" cy="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D9BFDF-CC24-DDDF-1F7B-AB7A7038DF36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2641600" y="3450366"/>
            <a:ext cx="2491747" cy="1744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ABF3B5-7BD6-07BA-E91C-C90015A20973}"/>
              </a:ext>
            </a:extLst>
          </p:cNvPr>
          <p:cNvCxnSpPr>
            <a:stCxn id="25" idx="2"/>
            <a:endCxn id="18" idx="0"/>
          </p:cNvCxnSpPr>
          <p:nvPr/>
        </p:nvCxnSpPr>
        <p:spPr>
          <a:xfrm>
            <a:off x="6108700" y="2266564"/>
            <a:ext cx="1" cy="46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EE762C5-914F-65A2-AD69-EC2944DB5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4682" y="2189884"/>
            <a:ext cx="4905387" cy="54522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955089-0E3A-C061-DAF9-93283B39F4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3544" y="3112875"/>
            <a:ext cx="2905950" cy="67839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C11F5A-07E3-AA16-13F1-6688CD414E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4687" y="4329307"/>
            <a:ext cx="4905387" cy="365124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D91C328-8DCA-ADF8-12A1-D9B10964B0CC}"/>
              </a:ext>
            </a:extLst>
          </p:cNvPr>
          <p:cNvCxnSpPr>
            <a:cxnSpLocks/>
            <a:stCxn id="18" idx="3"/>
            <a:endCxn id="35" idx="1"/>
          </p:cNvCxnSpPr>
          <p:nvPr/>
        </p:nvCxnSpPr>
        <p:spPr>
          <a:xfrm flipV="1">
            <a:off x="7084054" y="2462496"/>
            <a:ext cx="190628" cy="98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841D09-8713-DD37-82F8-1AF9BEDA2353}"/>
              </a:ext>
            </a:extLst>
          </p:cNvPr>
          <p:cNvCxnSpPr>
            <a:stCxn id="18" idx="3"/>
            <a:endCxn id="37" idx="1"/>
          </p:cNvCxnSpPr>
          <p:nvPr/>
        </p:nvCxnSpPr>
        <p:spPr>
          <a:xfrm>
            <a:off x="7084054" y="3450366"/>
            <a:ext cx="1209490" cy="1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8CEFCCE-01A3-CE9E-755D-C14C312DB333}"/>
              </a:ext>
            </a:extLst>
          </p:cNvPr>
          <p:cNvCxnSpPr>
            <a:stCxn id="18" idx="3"/>
            <a:endCxn id="39" idx="1"/>
          </p:cNvCxnSpPr>
          <p:nvPr/>
        </p:nvCxnSpPr>
        <p:spPr>
          <a:xfrm>
            <a:off x="7084054" y="3450366"/>
            <a:ext cx="190633" cy="1061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F4DFA7D-736C-143E-7F14-A4CDA8FB270D}"/>
              </a:ext>
            </a:extLst>
          </p:cNvPr>
          <p:cNvSpPr txBox="1"/>
          <p:nvPr/>
        </p:nvSpPr>
        <p:spPr>
          <a:xfrm>
            <a:off x="9254328" y="4859733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5C1546-4C9C-5FEB-1236-A8DBAF233380}"/>
              </a:ext>
            </a:extLst>
          </p:cNvPr>
          <p:cNvSpPr txBox="1"/>
          <p:nvPr/>
        </p:nvSpPr>
        <p:spPr>
          <a:xfrm>
            <a:off x="4867112" y="4245793"/>
            <a:ext cx="2396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Coding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67138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25" grpId="0"/>
      <p:bldP spid="48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Survey’s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1D85FB-50F1-C573-85B6-10ABD5FE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6110"/>
            <a:ext cx="2421467" cy="5045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1A7914-9BDA-8CD2-2691-50C2A4DC4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335" y="906110"/>
            <a:ext cx="2373362" cy="5045781"/>
          </a:xfrm>
          <a:prstGeom prst="rect">
            <a:avLst/>
          </a:prstGeom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C925E3-4F86-C0E8-29B4-45444F1F978A}"/>
              </a:ext>
            </a:extLst>
          </p:cNvPr>
          <p:cNvSpPr txBox="1">
            <a:spLocks/>
          </p:cNvSpPr>
          <p:nvPr/>
        </p:nvSpPr>
        <p:spPr>
          <a:xfrm>
            <a:off x="3318659" y="1222375"/>
            <a:ext cx="5540205" cy="45393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will be 6 questions in total (Estimated time to complete survey: 8-10 mins)</a:t>
            </a:r>
          </a:p>
          <a:p>
            <a:r>
              <a:rPr lang="en-US" dirty="0"/>
              <a:t> 1</a:t>
            </a:r>
            <a:r>
              <a:rPr lang="en-US" baseline="30000" dirty="0"/>
              <a:t>st</a:t>
            </a:r>
            <a:r>
              <a:rPr lang="en-US" dirty="0"/>
              <a:t> question deals with the relative importance of different criteria.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question delves into deeper comparison and asks for a rating signifying the importance of selected criterion as compared to the other one.</a:t>
            </a:r>
          </a:p>
        </p:txBody>
      </p:sp>
    </p:spTree>
    <p:extLst>
      <p:ext uri="{BB962C8B-B14F-4D97-AF65-F5344CB8AC3E}">
        <p14:creationId xmlns:p14="http://schemas.microsoft.com/office/powerpoint/2010/main" val="400117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28B81-C497-F7E1-555B-8ADC7C065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A0CE17-85F0-927F-2B2F-E071C42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Survey’s QR Code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CAB440D-39FB-AE50-DBE2-6D7EE423C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597" y="1373597"/>
            <a:ext cx="4110806" cy="411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92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25266-93D6-0556-72CE-2AF95F6C8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A7DC511-A41A-2137-B7B1-AFB1D7CB87DE}"/>
              </a:ext>
            </a:extLst>
          </p:cNvPr>
          <p:cNvSpPr txBox="1">
            <a:spLocks/>
          </p:cNvSpPr>
          <p:nvPr/>
        </p:nvSpPr>
        <p:spPr>
          <a:xfrm>
            <a:off x="4273354" y="2006600"/>
            <a:ext cx="3523372" cy="8382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i="1" u="sng" dirty="0"/>
              <a:t>Thank you!</a:t>
            </a:r>
            <a:endParaRPr lang="en-US" sz="5400" dirty="0"/>
          </a:p>
        </p:txBody>
      </p:sp>
      <p:pic>
        <p:nvPicPr>
          <p:cNvPr id="10" name="Graphic 9" descr="Questions with solid fill">
            <a:extLst>
              <a:ext uri="{FF2B5EF4-FFF2-40B4-BE49-F238E27FC236}">
                <a16:creationId xmlns:a16="http://schemas.microsoft.com/office/drawing/2014/main" id="{231B20A7-185B-A8C7-FD28-7C0F8AE36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7620" y="2767319"/>
            <a:ext cx="1894840" cy="18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6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2DA7558C4D0409FB7D79D43C63046" ma:contentTypeVersion="12" ma:contentTypeDescription="Create a new document." ma:contentTypeScope="" ma:versionID="bc548b5e81a97cb0268c7cd411c5fa33">
  <xsd:schema xmlns:xsd="http://www.w3.org/2001/XMLSchema" xmlns:xs="http://www.w3.org/2001/XMLSchema" xmlns:p="http://schemas.microsoft.com/office/2006/metadata/properties" xmlns:ns2="dcd0a6f3-6861-49ba-94f2-f3f78dd4ae63" xmlns:ns3="769c9d07-5fea-4c5b-a63a-e12281ded9ff" targetNamespace="http://schemas.microsoft.com/office/2006/metadata/properties" ma:root="true" ma:fieldsID="07b9255c7b74f342168d7fc2dd50908f" ns2:_="" ns3:_="">
    <xsd:import namespace="dcd0a6f3-6861-49ba-94f2-f3f78dd4ae63"/>
    <xsd:import namespace="769c9d07-5fea-4c5b-a63a-e12281ded9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0a6f3-6861-49ba-94f2-f3f78dd4a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b8da89-66ce-4411-8b7f-88984b48a1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c9d07-5fea-4c5b-a63a-e12281ded9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0347d7-a57c-496f-a719-6a72763059d5}" ma:internalName="TaxCatchAll" ma:showField="CatchAllData" ma:web="769c9d07-5fea-4c5b-a63a-e12281ded9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0a6f3-6861-49ba-94f2-f3f78dd4ae63">
      <Terms xmlns="http://schemas.microsoft.com/office/infopath/2007/PartnerControls"/>
    </lcf76f155ced4ddcb4097134ff3c332f>
    <TaxCatchAll xmlns="769c9d07-5fea-4c5b-a63a-e12281ded9ff" xsi:nil="true"/>
  </documentManagement>
</p:properties>
</file>

<file path=customXml/itemProps1.xml><?xml version="1.0" encoding="utf-8"?>
<ds:datastoreItem xmlns:ds="http://schemas.openxmlformats.org/officeDocument/2006/customXml" ds:itemID="{8CA36200-1E0B-4BAE-A6E2-F02B32F2B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0a6f3-6861-49ba-94f2-f3f78dd4ae63"/>
    <ds:schemaRef ds:uri="769c9d07-5fea-4c5b-a63a-e12281ded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1C6300-AE9A-417C-B4C2-6445F73C93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827447-3D29-4F40-AC5C-37E8C0983C8F}">
  <ds:schemaRefs>
    <ds:schemaRef ds:uri="769c9d07-5fea-4c5b-a63a-e12281ded9ff"/>
    <ds:schemaRef ds:uri="dcd0a6f3-6861-49ba-94f2-f3f78dd4ae63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691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Office Theme</vt:lpstr>
      <vt:lpstr>PowerPoint Presentation</vt:lpstr>
      <vt:lpstr>Background</vt:lpstr>
      <vt:lpstr>Introduction to ZEV Evacuation Score</vt:lpstr>
      <vt:lpstr>Importance of ZEV Evacuation Score</vt:lpstr>
      <vt:lpstr>Indicators used in ZEV Evacuation Score</vt:lpstr>
      <vt:lpstr>Development of ZEV Score From Indicators</vt:lpstr>
      <vt:lpstr>Importance of Criteria Weights</vt:lpstr>
      <vt:lpstr>Exposure Analysis (EI)</vt:lpstr>
      <vt:lpstr>Infrastructure Vulnerability Assessment (IVS)</vt:lpstr>
      <vt:lpstr>Adaptive Capacity of Infrastructure (ACIS)</vt:lpstr>
      <vt:lpstr>Development of a Coding Algorithm</vt:lpstr>
      <vt:lpstr>Survey’s Overview</vt:lpstr>
      <vt:lpstr>Survey’s QR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 Lippincott</dc:creator>
  <cp:lastModifiedBy>osman saleem</cp:lastModifiedBy>
  <cp:revision>36</cp:revision>
  <dcterms:created xsi:type="dcterms:W3CDTF">2022-06-28T19:00:38Z</dcterms:created>
  <dcterms:modified xsi:type="dcterms:W3CDTF">2024-04-26T06:17:50Z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0x010100B0A2DA7558C4D0409FB7D79D43C63046</vt:lpwstr>
  </property>
  <property fmtid="{D5CDD505-2E9C-101B-9397-08002B2CF9AE}" pid="3" name="MediaServiceImageTags">
    <vt:lpwstr/>
  </property>
</Properties>
</file>